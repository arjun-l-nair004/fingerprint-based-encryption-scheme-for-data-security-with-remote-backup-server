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1"/>
  </p:sldMasterIdLst>
  <p:sldIdLst>
    <p:sldId id="256" r:id="rId2"/>
    <p:sldId id="257" r:id="rId3"/>
    <p:sldId id="258" r:id="rId4"/>
    <p:sldId id="277" r:id="rId5"/>
    <p:sldId id="259" r:id="rId6"/>
    <p:sldId id="289" r:id="rId7"/>
    <p:sldId id="260" r:id="rId8"/>
    <p:sldId id="290" r:id="rId9"/>
    <p:sldId id="278" r:id="rId10"/>
    <p:sldId id="279" r:id="rId11"/>
    <p:sldId id="291" r:id="rId12"/>
    <p:sldId id="280" r:id="rId13"/>
    <p:sldId id="292" r:id="rId14"/>
    <p:sldId id="293" r:id="rId15"/>
    <p:sldId id="281" r:id="rId16"/>
    <p:sldId id="282" r:id="rId17"/>
    <p:sldId id="294" r:id="rId18"/>
    <p:sldId id="283" r:id="rId19"/>
    <p:sldId id="295" r:id="rId20"/>
    <p:sldId id="296" r:id="rId21"/>
    <p:sldId id="297" r:id="rId22"/>
    <p:sldId id="284" r:id="rId23"/>
    <p:sldId id="285" r:id="rId24"/>
    <p:sldId id="287" r:id="rId25"/>
    <p:sldId id="286" r:id="rId26"/>
    <p:sldId id="288" r:id="rId27"/>
    <p:sldId id="26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5A556D-7812-4DBE-B807-8B992C33B2C4}" v="12" dt="2022-10-26T05:24:39.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304" autoAdjust="0"/>
    <p:restoredTop sz="94660"/>
  </p:normalViewPr>
  <p:slideViewPr>
    <p:cSldViewPr snapToGrid="0">
      <p:cViewPr varScale="1">
        <p:scale>
          <a:sx n="111" d="100"/>
          <a:sy n="111" d="100"/>
        </p:scale>
        <p:origin x="-78" y="-31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ufal N S" userId="b779bd52391ceeac" providerId="LiveId" clId="{215A556D-7812-4DBE-B807-8B992C33B2C4}"/>
    <pc:docChg chg="undo redo custSel addSld delSld modSld">
      <pc:chgData name="Noufal N S" userId="b779bd52391ceeac" providerId="LiveId" clId="{215A556D-7812-4DBE-B807-8B992C33B2C4}" dt="2022-10-26T06:06:13.469" v="1471" actId="404"/>
      <pc:docMkLst>
        <pc:docMk/>
      </pc:docMkLst>
      <pc:sldChg chg="addSp delSp delDesignElem">
        <pc:chgData name="Noufal N S" userId="b779bd52391ceeac" providerId="LiveId" clId="{215A556D-7812-4DBE-B807-8B992C33B2C4}" dt="2022-10-26T04:45:07.099" v="43"/>
        <pc:sldMkLst>
          <pc:docMk/>
          <pc:sldMk cId="1393019107" sldId="256"/>
        </pc:sldMkLst>
        <pc:spChg chg="add del">
          <ac:chgData name="Noufal N S" userId="b779bd52391ceeac" providerId="LiveId" clId="{215A556D-7812-4DBE-B807-8B992C33B2C4}" dt="2022-10-26T04:45:07.099" v="43"/>
          <ac:spMkLst>
            <pc:docMk/>
            <pc:sldMk cId="1393019107" sldId="256"/>
            <ac:spMk id="14" creationId="{491A5E26-1F21-459D-8C03-ADB057B09066}"/>
          </ac:spMkLst>
        </pc:spChg>
      </pc:sldChg>
      <pc:sldChg chg="addSp delSp modSp mod delDesignElem">
        <pc:chgData name="Noufal N S" userId="b779bd52391ceeac" providerId="LiveId" clId="{215A556D-7812-4DBE-B807-8B992C33B2C4}" dt="2022-10-26T05:29:21.362" v="586" actId="2711"/>
        <pc:sldMkLst>
          <pc:docMk/>
          <pc:sldMk cId="3812969435" sldId="257"/>
        </pc:sldMkLst>
        <pc:spChg chg="mod">
          <ac:chgData name="Noufal N S" userId="b779bd52391ceeac" providerId="LiveId" clId="{215A556D-7812-4DBE-B807-8B992C33B2C4}" dt="2022-10-26T05:29:21.362" v="586" actId="2711"/>
          <ac:spMkLst>
            <pc:docMk/>
            <pc:sldMk cId="3812969435" sldId="257"/>
            <ac:spMk id="2" creationId="{8A506226-61F5-CF88-AC99-2A04DE4B3468}"/>
          </ac:spMkLst>
        </pc:spChg>
        <pc:spChg chg="add del">
          <ac:chgData name="Noufal N S" userId="b779bd52391ceeac" providerId="LiveId" clId="{215A556D-7812-4DBE-B807-8B992C33B2C4}" dt="2022-10-26T04:45:07.099" v="43"/>
          <ac:spMkLst>
            <pc:docMk/>
            <pc:sldMk cId="3812969435" sldId="257"/>
            <ac:spMk id="17" creationId="{052F6DBF-1805-4FD9-AFA3-C8642175FC96}"/>
          </ac:spMkLst>
        </pc:spChg>
        <pc:spChg chg="add del">
          <ac:chgData name="Noufal N S" userId="b779bd52391ceeac" providerId="LiveId" clId="{215A556D-7812-4DBE-B807-8B992C33B2C4}" dt="2022-10-26T04:45:07.099" v="43"/>
          <ac:spMkLst>
            <pc:docMk/>
            <pc:sldMk cId="3812969435" sldId="257"/>
            <ac:spMk id="19" creationId="{CC79B2C4-EF9C-492F-BC64-5300A7A2F2DB}"/>
          </ac:spMkLst>
        </pc:spChg>
        <pc:spChg chg="add del">
          <ac:chgData name="Noufal N S" userId="b779bd52391ceeac" providerId="LiveId" clId="{215A556D-7812-4DBE-B807-8B992C33B2C4}" dt="2022-10-26T04:45:07.099" v="43"/>
          <ac:spMkLst>
            <pc:docMk/>
            <pc:sldMk cId="3812969435" sldId="257"/>
            <ac:spMk id="21" creationId="{0599BEDA-CEC9-4E6C-B05D-1353D0F165D9}"/>
          </ac:spMkLst>
        </pc:spChg>
      </pc:sldChg>
      <pc:sldChg chg="addSp delSp modSp mod delDesignElem">
        <pc:chgData name="Noufal N S" userId="b779bd52391ceeac" providerId="LiveId" clId="{215A556D-7812-4DBE-B807-8B992C33B2C4}" dt="2022-10-26T05:31:46.775" v="592" actId="115"/>
        <pc:sldMkLst>
          <pc:docMk/>
          <pc:sldMk cId="3905662497" sldId="258"/>
        </pc:sldMkLst>
        <pc:spChg chg="mod">
          <ac:chgData name="Noufal N S" userId="b779bd52391ceeac" providerId="LiveId" clId="{215A556D-7812-4DBE-B807-8B992C33B2C4}" dt="2022-10-26T05:31:46.775" v="592" actId="115"/>
          <ac:spMkLst>
            <pc:docMk/>
            <pc:sldMk cId="3905662497" sldId="258"/>
            <ac:spMk id="2" creationId="{5FF69C6B-C6CF-1CF7-C0BB-9B479A7C82CB}"/>
          </ac:spMkLst>
        </pc:spChg>
        <pc:spChg chg="mod">
          <ac:chgData name="Noufal N S" userId="b779bd52391ceeac" providerId="LiveId" clId="{215A556D-7812-4DBE-B807-8B992C33B2C4}" dt="2022-10-26T05:28:18.105" v="580" actId="2710"/>
          <ac:spMkLst>
            <pc:docMk/>
            <pc:sldMk cId="3905662497" sldId="258"/>
            <ac:spMk id="9" creationId="{641BE64A-C850-F90E-091F-592791071C10}"/>
          </ac:spMkLst>
        </pc:spChg>
        <pc:spChg chg="add del">
          <ac:chgData name="Noufal N S" userId="b779bd52391ceeac" providerId="LiveId" clId="{215A556D-7812-4DBE-B807-8B992C33B2C4}" dt="2022-10-26T04:45:07.099" v="43"/>
          <ac:spMkLst>
            <pc:docMk/>
            <pc:sldMk cId="3905662497" sldId="258"/>
            <ac:spMk id="12" creationId="{052F6DBF-1805-4FD9-AFA3-C8642175FC96}"/>
          </ac:spMkLst>
        </pc:spChg>
        <pc:spChg chg="add del">
          <ac:chgData name="Noufal N S" userId="b779bd52391ceeac" providerId="LiveId" clId="{215A556D-7812-4DBE-B807-8B992C33B2C4}" dt="2022-10-26T04:45:07.099" v="43"/>
          <ac:spMkLst>
            <pc:docMk/>
            <pc:sldMk cId="3905662497" sldId="258"/>
            <ac:spMk id="14" creationId="{CC79B2C4-EF9C-492F-BC64-5300A7A2F2DB}"/>
          </ac:spMkLst>
        </pc:spChg>
        <pc:spChg chg="add del">
          <ac:chgData name="Noufal N S" userId="b779bd52391ceeac" providerId="LiveId" clId="{215A556D-7812-4DBE-B807-8B992C33B2C4}" dt="2022-10-26T04:45:07.099" v="43"/>
          <ac:spMkLst>
            <pc:docMk/>
            <pc:sldMk cId="3905662497" sldId="258"/>
            <ac:spMk id="16" creationId="{0599BEDA-CEC9-4E6C-B05D-1353D0F165D9}"/>
          </ac:spMkLst>
        </pc:spChg>
      </pc:sldChg>
      <pc:sldChg chg="addSp delSp modSp mod delDesignElem">
        <pc:chgData name="Noufal N S" userId="b779bd52391ceeac" providerId="LiveId" clId="{215A556D-7812-4DBE-B807-8B992C33B2C4}" dt="2022-10-26T05:31:53.517" v="593" actId="115"/>
        <pc:sldMkLst>
          <pc:docMk/>
          <pc:sldMk cId="2050975654" sldId="259"/>
        </pc:sldMkLst>
        <pc:spChg chg="mod">
          <ac:chgData name="Noufal N S" userId="b779bd52391ceeac" providerId="LiveId" clId="{215A556D-7812-4DBE-B807-8B992C33B2C4}" dt="2022-10-26T05:31:53.517" v="593" actId="115"/>
          <ac:spMkLst>
            <pc:docMk/>
            <pc:sldMk cId="2050975654" sldId="259"/>
            <ac:spMk id="2" creationId="{DFF40E12-5992-89BC-CC27-12F804AB1602}"/>
          </ac:spMkLst>
        </pc:spChg>
        <pc:spChg chg="mod">
          <ac:chgData name="Noufal N S" userId="b779bd52391ceeac" providerId="LiveId" clId="{215A556D-7812-4DBE-B807-8B992C33B2C4}" dt="2022-10-26T05:26:30.001" v="570" actId="2710"/>
          <ac:spMkLst>
            <pc:docMk/>
            <pc:sldMk cId="2050975654" sldId="259"/>
            <ac:spMk id="9" creationId="{10F34AA3-6027-A34C-D6F6-DA5BDDD67924}"/>
          </ac:spMkLst>
        </pc:spChg>
        <pc:spChg chg="add del">
          <ac:chgData name="Noufal N S" userId="b779bd52391ceeac" providerId="LiveId" clId="{215A556D-7812-4DBE-B807-8B992C33B2C4}" dt="2022-10-26T04:45:07.099" v="43"/>
          <ac:spMkLst>
            <pc:docMk/>
            <pc:sldMk cId="2050975654" sldId="259"/>
            <ac:spMk id="21" creationId="{052F6DBF-1805-4FD9-AFA3-C8642175FC96}"/>
          </ac:spMkLst>
        </pc:spChg>
        <pc:spChg chg="add del">
          <ac:chgData name="Noufal N S" userId="b779bd52391ceeac" providerId="LiveId" clId="{215A556D-7812-4DBE-B807-8B992C33B2C4}" dt="2022-10-26T04:45:07.099" v="43"/>
          <ac:spMkLst>
            <pc:docMk/>
            <pc:sldMk cId="2050975654" sldId="259"/>
            <ac:spMk id="23" creationId="{CC79B2C4-EF9C-492F-BC64-5300A7A2F2DB}"/>
          </ac:spMkLst>
        </pc:spChg>
        <pc:spChg chg="add del">
          <ac:chgData name="Noufal N S" userId="b779bd52391ceeac" providerId="LiveId" clId="{215A556D-7812-4DBE-B807-8B992C33B2C4}" dt="2022-10-26T04:45:07.099" v="43"/>
          <ac:spMkLst>
            <pc:docMk/>
            <pc:sldMk cId="2050975654" sldId="259"/>
            <ac:spMk id="25" creationId="{0599BEDA-CEC9-4E6C-B05D-1353D0F165D9}"/>
          </ac:spMkLst>
        </pc:spChg>
      </pc:sldChg>
      <pc:sldChg chg="addSp delSp modSp mod delDesignElem">
        <pc:chgData name="Noufal N S" userId="b779bd52391ceeac" providerId="LiveId" clId="{215A556D-7812-4DBE-B807-8B992C33B2C4}" dt="2022-10-26T05:31:58.855" v="594" actId="115"/>
        <pc:sldMkLst>
          <pc:docMk/>
          <pc:sldMk cId="390721088" sldId="260"/>
        </pc:sldMkLst>
        <pc:spChg chg="mod">
          <ac:chgData name="Noufal N S" userId="b779bd52391ceeac" providerId="LiveId" clId="{215A556D-7812-4DBE-B807-8B992C33B2C4}" dt="2022-10-26T05:31:58.855" v="594" actId="115"/>
          <ac:spMkLst>
            <pc:docMk/>
            <pc:sldMk cId="390721088" sldId="260"/>
            <ac:spMk id="2" creationId="{0016631F-ECE4-D2AF-E83A-077B5F54590A}"/>
          </ac:spMkLst>
        </pc:spChg>
        <pc:spChg chg="mod">
          <ac:chgData name="Noufal N S" userId="b779bd52391ceeac" providerId="LiveId" clId="{215A556D-7812-4DBE-B807-8B992C33B2C4}" dt="2022-10-26T05:25:30.159" v="569" actId="2710"/>
          <ac:spMkLst>
            <pc:docMk/>
            <pc:sldMk cId="390721088" sldId="260"/>
            <ac:spMk id="8" creationId="{00296F1D-FC67-0891-DFD5-F21F99480A85}"/>
          </ac:spMkLst>
        </pc:spChg>
        <pc:spChg chg="add del">
          <ac:chgData name="Noufal N S" userId="b779bd52391ceeac" providerId="LiveId" clId="{215A556D-7812-4DBE-B807-8B992C33B2C4}" dt="2022-10-26T04:45:07.099" v="43"/>
          <ac:spMkLst>
            <pc:docMk/>
            <pc:sldMk cId="390721088" sldId="260"/>
            <ac:spMk id="20" creationId="{052F6DBF-1805-4FD9-AFA3-C8642175FC96}"/>
          </ac:spMkLst>
        </pc:spChg>
        <pc:spChg chg="add del">
          <ac:chgData name="Noufal N S" userId="b779bd52391ceeac" providerId="LiveId" clId="{215A556D-7812-4DBE-B807-8B992C33B2C4}" dt="2022-10-26T04:45:07.099" v="43"/>
          <ac:spMkLst>
            <pc:docMk/>
            <pc:sldMk cId="390721088" sldId="260"/>
            <ac:spMk id="22" creationId="{CC79B2C4-EF9C-492F-BC64-5300A7A2F2DB}"/>
          </ac:spMkLst>
        </pc:spChg>
        <pc:spChg chg="add del">
          <ac:chgData name="Noufal N S" userId="b779bd52391ceeac" providerId="LiveId" clId="{215A556D-7812-4DBE-B807-8B992C33B2C4}" dt="2022-10-26T04:45:07.099" v="43"/>
          <ac:spMkLst>
            <pc:docMk/>
            <pc:sldMk cId="390721088" sldId="260"/>
            <ac:spMk id="24" creationId="{0599BEDA-CEC9-4E6C-B05D-1353D0F165D9}"/>
          </ac:spMkLst>
        </pc:spChg>
        <pc:picChg chg="mod">
          <ac:chgData name="Noufal N S" userId="b779bd52391ceeac" providerId="LiveId" clId="{215A556D-7812-4DBE-B807-8B992C33B2C4}" dt="2022-10-26T05:25:23.220" v="568" actId="1076"/>
          <ac:picMkLst>
            <pc:docMk/>
            <pc:sldMk cId="390721088" sldId="260"/>
            <ac:picMk id="4" creationId="{D2E124C2-544D-3E33-F5E5-0D567E7A1038}"/>
          </ac:picMkLst>
        </pc:picChg>
      </pc:sldChg>
      <pc:sldChg chg="addSp delSp modSp mod delDesignElem">
        <pc:chgData name="Noufal N S" userId="b779bd52391ceeac" providerId="LiveId" clId="{215A556D-7812-4DBE-B807-8B992C33B2C4}" dt="2022-10-26T05:32:26.250" v="596" actId="2711"/>
        <pc:sldMkLst>
          <pc:docMk/>
          <pc:sldMk cId="1397933211" sldId="261"/>
        </pc:sldMkLst>
        <pc:spChg chg="mod">
          <ac:chgData name="Noufal N S" userId="b779bd52391ceeac" providerId="LiveId" clId="{215A556D-7812-4DBE-B807-8B992C33B2C4}" dt="2022-10-26T05:32:26.250" v="596" actId="2711"/>
          <ac:spMkLst>
            <pc:docMk/>
            <pc:sldMk cId="1397933211" sldId="261"/>
            <ac:spMk id="2" creationId="{E52D7C96-859E-7104-5F33-EF73764281EF}"/>
          </ac:spMkLst>
        </pc:spChg>
        <pc:spChg chg="mod">
          <ac:chgData name="Noufal N S" userId="b779bd52391ceeac" providerId="LiveId" clId="{215A556D-7812-4DBE-B807-8B992C33B2C4}" dt="2022-10-26T05:25:17.887" v="567" actId="2710"/>
          <ac:spMkLst>
            <pc:docMk/>
            <pc:sldMk cId="1397933211" sldId="261"/>
            <ac:spMk id="3" creationId="{7DB8B74E-79AE-873F-DB48-80EAB2F37F03}"/>
          </ac:spMkLst>
        </pc:spChg>
        <pc:spChg chg="add del">
          <ac:chgData name="Noufal N S" userId="b779bd52391ceeac" providerId="LiveId" clId="{215A556D-7812-4DBE-B807-8B992C33B2C4}" dt="2022-10-26T04:45:07.099" v="43"/>
          <ac:spMkLst>
            <pc:docMk/>
            <pc:sldMk cId="1397933211" sldId="261"/>
            <ac:spMk id="9" creationId="{052F6DBF-1805-4FD9-AFA3-C8642175FC96}"/>
          </ac:spMkLst>
        </pc:spChg>
        <pc:spChg chg="add del">
          <ac:chgData name="Noufal N S" userId="b779bd52391ceeac" providerId="LiveId" clId="{215A556D-7812-4DBE-B807-8B992C33B2C4}" dt="2022-10-26T04:45:07.099" v="43"/>
          <ac:spMkLst>
            <pc:docMk/>
            <pc:sldMk cId="1397933211" sldId="261"/>
            <ac:spMk id="11" creationId="{CC79B2C4-EF9C-492F-BC64-5300A7A2F2DB}"/>
          </ac:spMkLst>
        </pc:spChg>
        <pc:spChg chg="add del">
          <ac:chgData name="Noufal N S" userId="b779bd52391ceeac" providerId="LiveId" clId="{215A556D-7812-4DBE-B807-8B992C33B2C4}" dt="2022-10-26T04:45:07.099" v="43"/>
          <ac:spMkLst>
            <pc:docMk/>
            <pc:sldMk cId="1397933211" sldId="261"/>
            <ac:spMk id="13" creationId="{0599BEDA-CEC9-4E6C-B05D-1353D0F165D9}"/>
          </ac:spMkLst>
        </pc:spChg>
      </pc:sldChg>
      <pc:sldChg chg="addSp delSp modSp mod delDesignElem">
        <pc:chgData name="Noufal N S" userId="b779bd52391ceeac" providerId="LiveId" clId="{215A556D-7812-4DBE-B807-8B992C33B2C4}" dt="2022-10-26T05:32:46.069" v="598" actId="404"/>
        <pc:sldMkLst>
          <pc:docMk/>
          <pc:sldMk cId="3531307622" sldId="262"/>
        </pc:sldMkLst>
        <pc:spChg chg="mod">
          <ac:chgData name="Noufal N S" userId="b779bd52391ceeac" providerId="LiveId" clId="{215A556D-7812-4DBE-B807-8B992C33B2C4}" dt="2022-10-26T05:32:46.069" v="598" actId="404"/>
          <ac:spMkLst>
            <pc:docMk/>
            <pc:sldMk cId="3531307622" sldId="262"/>
            <ac:spMk id="2" creationId="{1C72FCF5-D8E3-61F7-97DC-1C5C0838FE6D}"/>
          </ac:spMkLst>
        </pc:spChg>
        <pc:spChg chg="add del">
          <ac:chgData name="Noufal N S" userId="b779bd52391ceeac" providerId="LiveId" clId="{215A556D-7812-4DBE-B807-8B992C33B2C4}" dt="2022-10-26T04:45:07.099" v="43"/>
          <ac:spMkLst>
            <pc:docMk/>
            <pc:sldMk cId="3531307622" sldId="262"/>
            <ac:spMk id="9" creationId="{052F6DBF-1805-4FD9-AFA3-C8642175FC96}"/>
          </ac:spMkLst>
        </pc:spChg>
        <pc:spChg chg="add del">
          <ac:chgData name="Noufal N S" userId="b779bd52391ceeac" providerId="LiveId" clId="{215A556D-7812-4DBE-B807-8B992C33B2C4}" dt="2022-10-26T04:45:07.099" v="43"/>
          <ac:spMkLst>
            <pc:docMk/>
            <pc:sldMk cId="3531307622" sldId="262"/>
            <ac:spMk id="11" creationId="{CC79B2C4-EF9C-492F-BC64-5300A7A2F2DB}"/>
          </ac:spMkLst>
        </pc:spChg>
        <pc:spChg chg="add del">
          <ac:chgData name="Noufal N S" userId="b779bd52391ceeac" providerId="LiveId" clId="{215A556D-7812-4DBE-B807-8B992C33B2C4}" dt="2022-10-26T04:45:07.099" v="43"/>
          <ac:spMkLst>
            <pc:docMk/>
            <pc:sldMk cId="3531307622" sldId="262"/>
            <ac:spMk id="13" creationId="{0599BEDA-CEC9-4E6C-B05D-1353D0F165D9}"/>
          </ac:spMkLst>
        </pc:spChg>
      </pc:sldChg>
      <pc:sldChg chg="addSp delSp modSp mod delDesignElem">
        <pc:chgData name="Noufal N S" userId="b779bd52391ceeac" providerId="LiveId" clId="{215A556D-7812-4DBE-B807-8B992C33B2C4}" dt="2022-10-26T05:35:03.408" v="602" actId="2710"/>
        <pc:sldMkLst>
          <pc:docMk/>
          <pc:sldMk cId="3187100374" sldId="263"/>
        </pc:sldMkLst>
        <pc:spChg chg="mod">
          <ac:chgData name="Noufal N S" userId="b779bd52391ceeac" providerId="LiveId" clId="{215A556D-7812-4DBE-B807-8B992C33B2C4}" dt="2022-10-26T05:33:53.650" v="599" actId="2711"/>
          <ac:spMkLst>
            <pc:docMk/>
            <pc:sldMk cId="3187100374" sldId="263"/>
            <ac:spMk id="2" creationId="{4274566D-C6A8-AB7D-509B-E61087F723A6}"/>
          </ac:spMkLst>
        </pc:spChg>
        <pc:spChg chg="mod">
          <ac:chgData name="Noufal N S" userId="b779bd52391ceeac" providerId="LiveId" clId="{215A556D-7812-4DBE-B807-8B992C33B2C4}" dt="2022-10-26T05:35:03.408" v="602" actId="2710"/>
          <ac:spMkLst>
            <pc:docMk/>
            <pc:sldMk cId="3187100374" sldId="263"/>
            <ac:spMk id="3" creationId="{A010B134-55D2-92F4-3148-DC3AE97E0665}"/>
          </ac:spMkLst>
        </pc:spChg>
        <pc:spChg chg="add del">
          <ac:chgData name="Noufal N S" userId="b779bd52391ceeac" providerId="LiveId" clId="{215A556D-7812-4DBE-B807-8B992C33B2C4}" dt="2022-10-26T04:45:07.099" v="43"/>
          <ac:spMkLst>
            <pc:docMk/>
            <pc:sldMk cId="3187100374" sldId="263"/>
            <ac:spMk id="9" creationId="{052F6DBF-1805-4FD9-AFA3-C8642175FC96}"/>
          </ac:spMkLst>
        </pc:spChg>
        <pc:spChg chg="add del">
          <ac:chgData name="Noufal N S" userId="b779bd52391ceeac" providerId="LiveId" clId="{215A556D-7812-4DBE-B807-8B992C33B2C4}" dt="2022-10-26T04:45:07.099" v="43"/>
          <ac:spMkLst>
            <pc:docMk/>
            <pc:sldMk cId="3187100374" sldId="263"/>
            <ac:spMk id="11" creationId="{CC79B2C4-EF9C-492F-BC64-5300A7A2F2DB}"/>
          </ac:spMkLst>
        </pc:spChg>
        <pc:spChg chg="add del">
          <ac:chgData name="Noufal N S" userId="b779bd52391ceeac" providerId="LiveId" clId="{215A556D-7812-4DBE-B807-8B992C33B2C4}" dt="2022-10-26T04:45:07.099" v="43"/>
          <ac:spMkLst>
            <pc:docMk/>
            <pc:sldMk cId="3187100374" sldId="263"/>
            <ac:spMk id="13" creationId="{0599BEDA-CEC9-4E6C-B05D-1353D0F165D9}"/>
          </ac:spMkLst>
        </pc:spChg>
      </pc:sldChg>
      <pc:sldChg chg="addSp delSp delDesignElem">
        <pc:chgData name="Noufal N S" userId="b779bd52391ceeac" providerId="LiveId" clId="{215A556D-7812-4DBE-B807-8B992C33B2C4}" dt="2022-10-26T04:45:07.099" v="43"/>
        <pc:sldMkLst>
          <pc:docMk/>
          <pc:sldMk cId="794578414" sldId="264"/>
        </pc:sldMkLst>
        <pc:spChg chg="add del">
          <ac:chgData name="Noufal N S" userId="b779bd52391ceeac" providerId="LiveId" clId="{215A556D-7812-4DBE-B807-8B992C33B2C4}" dt="2022-10-26T04:45:07.099" v="43"/>
          <ac:spMkLst>
            <pc:docMk/>
            <pc:sldMk cId="794578414" sldId="264"/>
            <ac:spMk id="41" creationId="{670D6F2B-93AF-47D6-9378-5E54BE0AC69F}"/>
          </ac:spMkLst>
        </pc:spChg>
        <pc:spChg chg="add del">
          <ac:chgData name="Noufal N S" userId="b779bd52391ceeac" providerId="LiveId" clId="{215A556D-7812-4DBE-B807-8B992C33B2C4}" dt="2022-10-26T04:45:07.099" v="43"/>
          <ac:spMkLst>
            <pc:docMk/>
            <pc:sldMk cId="794578414" sldId="264"/>
            <ac:spMk id="43" creationId="{2668F1A4-6DBB-4F0B-A679-6EE5483638F8}"/>
          </ac:spMkLst>
        </pc:spChg>
        <pc:spChg chg="add del">
          <ac:chgData name="Noufal N S" userId="b779bd52391ceeac" providerId="LiveId" clId="{215A556D-7812-4DBE-B807-8B992C33B2C4}" dt="2022-10-26T04:45:07.099" v="43"/>
          <ac:spMkLst>
            <pc:docMk/>
            <pc:sldMk cId="794578414" sldId="264"/>
            <ac:spMk id="45" creationId="{B8DBF1C0-B8F1-4AAC-8704-256BA0E9D63B}"/>
          </ac:spMkLst>
        </pc:spChg>
        <pc:spChg chg="add del">
          <ac:chgData name="Noufal N S" userId="b779bd52391ceeac" providerId="LiveId" clId="{215A556D-7812-4DBE-B807-8B992C33B2C4}" dt="2022-10-26T04:45:07.099" v="43"/>
          <ac:spMkLst>
            <pc:docMk/>
            <pc:sldMk cId="794578414" sldId="264"/>
            <ac:spMk id="47" creationId="{B70F7E59-C971-4F55-8E3A-1E583B65FCB9}"/>
          </ac:spMkLst>
        </pc:spChg>
        <pc:grpChg chg="add del">
          <ac:chgData name="Noufal N S" userId="b779bd52391ceeac" providerId="LiveId" clId="{215A556D-7812-4DBE-B807-8B992C33B2C4}" dt="2022-10-26T04:45:07.099" v="43"/>
          <ac:grpSpMkLst>
            <pc:docMk/>
            <pc:sldMk cId="794578414" sldId="264"/>
            <ac:grpSpMk id="37" creationId="{6503EB0F-2257-4A3E-A73B-E1DE769B459F}"/>
          </ac:grpSpMkLst>
        </pc:grpChg>
      </pc:sldChg>
      <pc:sldChg chg="addSp delSp modSp mod delDesignElem">
        <pc:chgData name="Noufal N S" userId="b779bd52391ceeac" providerId="LiveId" clId="{215A556D-7812-4DBE-B807-8B992C33B2C4}" dt="2022-10-26T05:36:46.029" v="621" actId="120"/>
        <pc:sldMkLst>
          <pc:docMk/>
          <pc:sldMk cId="3946442682" sldId="268"/>
        </pc:sldMkLst>
        <pc:spChg chg="mod">
          <ac:chgData name="Noufal N S" userId="b779bd52391ceeac" providerId="LiveId" clId="{215A556D-7812-4DBE-B807-8B992C33B2C4}" dt="2022-10-26T05:35:21.005" v="604" actId="2711"/>
          <ac:spMkLst>
            <pc:docMk/>
            <pc:sldMk cId="3946442682" sldId="268"/>
            <ac:spMk id="2" creationId="{4274566D-C6A8-AB7D-509B-E61087F723A6}"/>
          </ac:spMkLst>
        </pc:spChg>
        <pc:spChg chg="mod">
          <ac:chgData name="Noufal N S" userId="b779bd52391ceeac" providerId="LiveId" clId="{215A556D-7812-4DBE-B807-8B992C33B2C4}" dt="2022-10-26T05:36:46.029" v="621" actId="120"/>
          <ac:spMkLst>
            <pc:docMk/>
            <pc:sldMk cId="3946442682" sldId="268"/>
            <ac:spMk id="3" creationId="{A010B134-55D2-92F4-3148-DC3AE97E0665}"/>
          </ac:spMkLst>
        </pc:spChg>
        <pc:spChg chg="add del">
          <ac:chgData name="Noufal N S" userId="b779bd52391ceeac" providerId="LiveId" clId="{215A556D-7812-4DBE-B807-8B992C33B2C4}" dt="2022-10-26T04:45:07.099" v="43"/>
          <ac:spMkLst>
            <pc:docMk/>
            <pc:sldMk cId="3946442682" sldId="268"/>
            <ac:spMk id="9" creationId="{052F6DBF-1805-4FD9-AFA3-C8642175FC96}"/>
          </ac:spMkLst>
        </pc:spChg>
        <pc:spChg chg="add del">
          <ac:chgData name="Noufal N S" userId="b779bd52391ceeac" providerId="LiveId" clId="{215A556D-7812-4DBE-B807-8B992C33B2C4}" dt="2022-10-26T04:45:07.099" v="43"/>
          <ac:spMkLst>
            <pc:docMk/>
            <pc:sldMk cId="3946442682" sldId="268"/>
            <ac:spMk id="11" creationId="{CC79B2C4-EF9C-492F-BC64-5300A7A2F2DB}"/>
          </ac:spMkLst>
        </pc:spChg>
        <pc:spChg chg="add del">
          <ac:chgData name="Noufal N S" userId="b779bd52391ceeac" providerId="LiveId" clId="{215A556D-7812-4DBE-B807-8B992C33B2C4}" dt="2022-10-26T04:45:07.099" v="43"/>
          <ac:spMkLst>
            <pc:docMk/>
            <pc:sldMk cId="3946442682" sldId="268"/>
            <ac:spMk id="13" creationId="{0599BEDA-CEC9-4E6C-B05D-1353D0F165D9}"/>
          </ac:spMkLst>
        </pc:spChg>
        <pc:picChg chg="mod">
          <ac:chgData name="Noufal N S" userId="b779bd52391ceeac" providerId="LiveId" clId="{215A556D-7812-4DBE-B807-8B992C33B2C4}" dt="2022-10-26T05:35:14.344" v="603" actId="1076"/>
          <ac:picMkLst>
            <pc:docMk/>
            <pc:sldMk cId="3946442682" sldId="268"/>
            <ac:picMk id="4" creationId="{27FD638A-1F89-A28C-9CF6-10A38DF49782}"/>
          </ac:picMkLst>
        </pc:picChg>
      </pc:sldChg>
      <pc:sldChg chg="addSp delSp modSp mod delDesignElem">
        <pc:chgData name="Noufal N S" userId="b779bd52391ceeac" providerId="LiveId" clId="{215A556D-7812-4DBE-B807-8B992C33B2C4}" dt="2022-10-26T05:37:13.249" v="622" actId="2711"/>
        <pc:sldMkLst>
          <pc:docMk/>
          <pc:sldMk cId="3004966828" sldId="269"/>
        </pc:sldMkLst>
        <pc:spChg chg="mod">
          <ac:chgData name="Noufal N S" userId="b779bd52391ceeac" providerId="LiveId" clId="{215A556D-7812-4DBE-B807-8B992C33B2C4}" dt="2022-10-26T05:37:13.249" v="622" actId="2711"/>
          <ac:spMkLst>
            <pc:docMk/>
            <pc:sldMk cId="3004966828" sldId="269"/>
            <ac:spMk id="2" creationId="{4274566D-C6A8-AB7D-509B-E61087F723A6}"/>
          </ac:spMkLst>
        </pc:spChg>
        <pc:spChg chg="add del">
          <ac:chgData name="Noufal N S" userId="b779bd52391ceeac" providerId="LiveId" clId="{215A556D-7812-4DBE-B807-8B992C33B2C4}" dt="2022-10-26T04:45:07.099" v="43"/>
          <ac:spMkLst>
            <pc:docMk/>
            <pc:sldMk cId="3004966828" sldId="269"/>
            <ac:spMk id="9" creationId="{052F6DBF-1805-4FD9-AFA3-C8642175FC96}"/>
          </ac:spMkLst>
        </pc:spChg>
        <pc:spChg chg="add del">
          <ac:chgData name="Noufal N S" userId="b779bd52391ceeac" providerId="LiveId" clId="{215A556D-7812-4DBE-B807-8B992C33B2C4}" dt="2022-10-26T04:45:07.099" v="43"/>
          <ac:spMkLst>
            <pc:docMk/>
            <pc:sldMk cId="3004966828" sldId="269"/>
            <ac:spMk id="11" creationId="{CC79B2C4-EF9C-492F-BC64-5300A7A2F2DB}"/>
          </ac:spMkLst>
        </pc:spChg>
        <pc:spChg chg="add del">
          <ac:chgData name="Noufal N S" userId="b779bd52391ceeac" providerId="LiveId" clId="{215A556D-7812-4DBE-B807-8B992C33B2C4}" dt="2022-10-26T04:45:07.099" v="43"/>
          <ac:spMkLst>
            <pc:docMk/>
            <pc:sldMk cId="3004966828" sldId="269"/>
            <ac:spMk id="13" creationId="{0599BEDA-CEC9-4E6C-B05D-1353D0F165D9}"/>
          </ac:spMkLst>
        </pc:spChg>
      </pc:sldChg>
      <pc:sldChg chg="addSp delSp modSp mod delDesignElem">
        <pc:chgData name="Noufal N S" userId="b779bd52391ceeac" providerId="LiveId" clId="{215A556D-7812-4DBE-B807-8B992C33B2C4}" dt="2022-10-26T05:39:39.232" v="632" actId="20577"/>
        <pc:sldMkLst>
          <pc:docMk/>
          <pc:sldMk cId="4144486353" sldId="270"/>
        </pc:sldMkLst>
        <pc:spChg chg="mod">
          <ac:chgData name="Noufal N S" userId="b779bd52391ceeac" providerId="LiveId" clId="{215A556D-7812-4DBE-B807-8B992C33B2C4}" dt="2022-10-26T05:37:31.988" v="625" actId="403"/>
          <ac:spMkLst>
            <pc:docMk/>
            <pc:sldMk cId="4144486353" sldId="270"/>
            <ac:spMk id="2" creationId="{4274566D-C6A8-AB7D-509B-E61087F723A6}"/>
          </ac:spMkLst>
        </pc:spChg>
        <pc:spChg chg="mod">
          <ac:chgData name="Noufal N S" userId="b779bd52391ceeac" providerId="LiveId" clId="{215A556D-7812-4DBE-B807-8B992C33B2C4}" dt="2022-10-26T05:39:39.232" v="632" actId="20577"/>
          <ac:spMkLst>
            <pc:docMk/>
            <pc:sldMk cId="4144486353" sldId="270"/>
            <ac:spMk id="5" creationId="{F61D649F-8B09-F262-2D7E-19D91EBDF5AC}"/>
          </ac:spMkLst>
        </pc:spChg>
        <pc:spChg chg="add del">
          <ac:chgData name="Noufal N S" userId="b779bd52391ceeac" providerId="LiveId" clId="{215A556D-7812-4DBE-B807-8B992C33B2C4}" dt="2022-10-26T04:45:07.099" v="43"/>
          <ac:spMkLst>
            <pc:docMk/>
            <pc:sldMk cId="4144486353" sldId="270"/>
            <ac:spMk id="9" creationId="{052F6DBF-1805-4FD9-AFA3-C8642175FC96}"/>
          </ac:spMkLst>
        </pc:spChg>
        <pc:spChg chg="add del">
          <ac:chgData name="Noufal N S" userId="b779bd52391ceeac" providerId="LiveId" clId="{215A556D-7812-4DBE-B807-8B992C33B2C4}" dt="2022-10-26T04:45:07.099" v="43"/>
          <ac:spMkLst>
            <pc:docMk/>
            <pc:sldMk cId="4144486353" sldId="270"/>
            <ac:spMk id="11" creationId="{CC79B2C4-EF9C-492F-BC64-5300A7A2F2DB}"/>
          </ac:spMkLst>
        </pc:spChg>
        <pc:spChg chg="add del">
          <ac:chgData name="Noufal N S" userId="b779bd52391ceeac" providerId="LiveId" clId="{215A556D-7812-4DBE-B807-8B992C33B2C4}" dt="2022-10-26T04:45:07.099" v="43"/>
          <ac:spMkLst>
            <pc:docMk/>
            <pc:sldMk cId="4144486353" sldId="270"/>
            <ac:spMk id="13" creationId="{0599BEDA-CEC9-4E6C-B05D-1353D0F165D9}"/>
          </ac:spMkLst>
        </pc:spChg>
      </pc:sldChg>
      <pc:sldChg chg="addSp delSp modSp mod delDesignElem">
        <pc:chgData name="Noufal N S" userId="b779bd52391ceeac" providerId="LiveId" clId="{215A556D-7812-4DBE-B807-8B992C33B2C4}" dt="2022-10-26T06:01:23.701" v="1448" actId="20577"/>
        <pc:sldMkLst>
          <pc:docMk/>
          <pc:sldMk cId="1318616190" sldId="271"/>
        </pc:sldMkLst>
        <pc:spChg chg="mod">
          <ac:chgData name="Noufal N S" userId="b779bd52391ceeac" providerId="LiveId" clId="{215A556D-7812-4DBE-B807-8B992C33B2C4}" dt="2022-10-26T06:01:23.701" v="1448" actId="20577"/>
          <ac:spMkLst>
            <pc:docMk/>
            <pc:sldMk cId="1318616190" sldId="271"/>
            <ac:spMk id="2" creationId="{4274566D-C6A8-AB7D-509B-E61087F723A6}"/>
          </ac:spMkLst>
        </pc:spChg>
        <pc:spChg chg="mod">
          <ac:chgData name="Noufal N S" userId="b779bd52391ceeac" providerId="LiveId" clId="{215A556D-7812-4DBE-B807-8B992C33B2C4}" dt="2022-10-26T05:59:42.056" v="1418" actId="20577"/>
          <ac:spMkLst>
            <pc:docMk/>
            <pc:sldMk cId="1318616190" sldId="271"/>
            <ac:spMk id="5" creationId="{F61D649F-8B09-F262-2D7E-19D91EBDF5AC}"/>
          </ac:spMkLst>
        </pc:spChg>
        <pc:spChg chg="add del">
          <ac:chgData name="Noufal N S" userId="b779bd52391ceeac" providerId="LiveId" clId="{215A556D-7812-4DBE-B807-8B992C33B2C4}" dt="2022-10-26T04:45:07.099" v="43"/>
          <ac:spMkLst>
            <pc:docMk/>
            <pc:sldMk cId="1318616190" sldId="271"/>
            <ac:spMk id="9" creationId="{052F6DBF-1805-4FD9-AFA3-C8642175FC96}"/>
          </ac:spMkLst>
        </pc:spChg>
        <pc:spChg chg="add del">
          <ac:chgData name="Noufal N S" userId="b779bd52391ceeac" providerId="LiveId" clId="{215A556D-7812-4DBE-B807-8B992C33B2C4}" dt="2022-10-26T04:45:07.099" v="43"/>
          <ac:spMkLst>
            <pc:docMk/>
            <pc:sldMk cId="1318616190" sldId="271"/>
            <ac:spMk id="11" creationId="{CC79B2C4-EF9C-492F-BC64-5300A7A2F2DB}"/>
          </ac:spMkLst>
        </pc:spChg>
        <pc:spChg chg="add del">
          <ac:chgData name="Noufal N S" userId="b779bd52391ceeac" providerId="LiveId" clId="{215A556D-7812-4DBE-B807-8B992C33B2C4}" dt="2022-10-26T04:45:07.099" v="43"/>
          <ac:spMkLst>
            <pc:docMk/>
            <pc:sldMk cId="1318616190" sldId="271"/>
            <ac:spMk id="13" creationId="{0599BEDA-CEC9-4E6C-B05D-1353D0F165D9}"/>
          </ac:spMkLst>
        </pc:spChg>
      </pc:sldChg>
      <pc:sldChg chg="addSp delSp modSp mod delDesignElem">
        <pc:chgData name="Noufal N S" userId="b779bd52391ceeac" providerId="LiveId" clId="{215A556D-7812-4DBE-B807-8B992C33B2C4}" dt="2022-10-26T05:41:08.577" v="643" actId="404"/>
        <pc:sldMkLst>
          <pc:docMk/>
          <pc:sldMk cId="3221619266" sldId="272"/>
        </pc:sldMkLst>
        <pc:spChg chg="mod">
          <ac:chgData name="Noufal N S" userId="b779bd52391ceeac" providerId="LiveId" clId="{215A556D-7812-4DBE-B807-8B992C33B2C4}" dt="2022-10-26T05:40:49.370" v="639" actId="404"/>
          <ac:spMkLst>
            <pc:docMk/>
            <pc:sldMk cId="3221619266" sldId="272"/>
            <ac:spMk id="2" creationId="{4274566D-C6A8-AB7D-509B-E61087F723A6}"/>
          </ac:spMkLst>
        </pc:spChg>
        <pc:spChg chg="mod">
          <ac:chgData name="Noufal N S" userId="b779bd52391ceeac" providerId="LiveId" clId="{215A556D-7812-4DBE-B807-8B992C33B2C4}" dt="2022-10-26T05:41:08.577" v="643" actId="404"/>
          <ac:spMkLst>
            <pc:docMk/>
            <pc:sldMk cId="3221619266" sldId="272"/>
            <ac:spMk id="5" creationId="{F61D649F-8B09-F262-2D7E-19D91EBDF5AC}"/>
          </ac:spMkLst>
        </pc:spChg>
        <pc:spChg chg="add del">
          <ac:chgData name="Noufal N S" userId="b779bd52391ceeac" providerId="LiveId" clId="{215A556D-7812-4DBE-B807-8B992C33B2C4}" dt="2022-10-26T04:45:07.099" v="43"/>
          <ac:spMkLst>
            <pc:docMk/>
            <pc:sldMk cId="3221619266" sldId="272"/>
            <ac:spMk id="9" creationId="{052F6DBF-1805-4FD9-AFA3-C8642175FC96}"/>
          </ac:spMkLst>
        </pc:spChg>
        <pc:spChg chg="add del">
          <ac:chgData name="Noufal N S" userId="b779bd52391ceeac" providerId="LiveId" clId="{215A556D-7812-4DBE-B807-8B992C33B2C4}" dt="2022-10-26T04:45:07.099" v="43"/>
          <ac:spMkLst>
            <pc:docMk/>
            <pc:sldMk cId="3221619266" sldId="272"/>
            <ac:spMk id="11" creationId="{CC79B2C4-EF9C-492F-BC64-5300A7A2F2DB}"/>
          </ac:spMkLst>
        </pc:spChg>
        <pc:spChg chg="add del">
          <ac:chgData name="Noufal N S" userId="b779bd52391ceeac" providerId="LiveId" clId="{215A556D-7812-4DBE-B807-8B992C33B2C4}" dt="2022-10-26T04:45:07.099" v="43"/>
          <ac:spMkLst>
            <pc:docMk/>
            <pc:sldMk cId="3221619266" sldId="272"/>
            <ac:spMk id="13" creationId="{0599BEDA-CEC9-4E6C-B05D-1353D0F165D9}"/>
          </ac:spMkLst>
        </pc:spChg>
      </pc:sldChg>
      <pc:sldChg chg="addSp delSp modSp mod delDesignElem">
        <pc:chgData name="Noufal N S" userId="b779bd52391ceeac" providerId="LiveId" clId="{215A556D-7812-4DBE-B807-8B992C33B2C4}" dt="2022-10-26T06:06:13.469" v="1471" actId="404"/>
        <pc:sldMkLst>
          <pc:docMk/>
          <pc:sldMk cId="231371639" sldId="273"/>
        </pc:sldMkLst>
        <pc:spChg chg="mod">
          <ac:chgData name="Noufal N S" userId="b779bd52391ceeac" providerId="LiveId" clId="{215A556D-7812-4DBE-B807-8B992C33B2C4}" dt="2022-10-26T06:05:05.375" v="1461" actId="404"/>
          <ac:spMkLst>
            <pc:docMk/>
            <pc:sldMk cId="231371639" sldId="273"/>
            <ac:spMk id="2" creationId="{4274566D-C6A8-AB7D-509B-E61087F723A6}"/>
          </ac:spMkLst>
        </pc:spChg>
        <pc:spChg chg="mod">
          <ac:chgData name="Noufal N S" userId="b779bd52391ceeac" providerId="LiveId" clId="{215A556D-7812-4DBE-B807-8B992C33B2C4}" dt="2022-10-26T06:06:13.469" v="1471" actId="404"/>
          <ac:spMkLst>
            <pc:docMk/>
            <pc:sldMk cId="231371639" sldId="273"/>
            <ac:spMk id="5" creationId="{F61D649F-8B09-F262-2D7E-19D91EBDF5AC}"/>
          </ac:spMkLst>
        </pc:spChg>
        <pc:spChg chg="add del">
          <ac:chgData name="Noufal N S" userId="b779bd52391ceeac" providerId="LiveId" clId="{215A556D-7812-4DBE-B807-8B992C33B2C4}" dt="2022-10-26T04:45:07.099" v="43"/>
          <ac:spMkLst>
            <pc:docMk/>
            <pc:sldMk cId="231371639" sldId="273"/>
            <ac:spMk id="9" creationId="{052F6DBF-1805-4FD9-AFA3-C8642175FC96}"/>
          </ac:spMkLst>
        </pc:spChg>
        <pc:spChg chg="add del">
          <ac:chgData name="Noufal N S" userId="b779bd52391ceeac" providerId="LiveId" clId="{215A556D-7812-4DBE-B807-8B992C33B2C4}" dt="2022-10-26T04:45:07.099" v="43"/>
          <ac:spMkLst>
            <pc:docMk/>
            <pc:sldMk cId="231371639" sldId="273"/>
            <ac:spMk id="11" creationId="{CC79B2C4-EF9C-492F-BC64-5300A7A2F2DB}"/>
          </ac:spMkLst>
        </pc:spChg>
        <pc:spChg chg="add del">
          <ac:chgData name="Noufal N S" userId="b779bd52391ceeac" providerId="LiveId" clId="{215A556D-7812-4DBE-B807-8B992C33B2C4}" dt="2022-10-26T04:45:07.099" v="43"/>
          <ac:spMkLst>
            <pc:docMk/>
            <pc:sldMk cId="231371639" sldId="273"/>
            <ac:spMk id="13" creationId="{0599BEDA-CEC9-4E6C-B05D-1353D0F165D9}"/>
          </ac:spMkLst>
        </pc:spChg>
        <pc:picChg chg="mod">
          <ac:chgData name="Noufal N S" userId="b779bd52391ceeac" providerId="LiveId" clId="{215A556D-7812-4DBE-B807-8B992C33B2C4}" dt="2022-10-26T06:05:49.014" v="1465" actId="1076"/>
          <ac:picMkLst>
            <pc:docMk/>
            <pc:sldMk cId="231371639" sldId="273"/>
            <ac:picMk id="4" creationId="{27FD638A-1F89-A28C-9CF6-10A38DF49782}"/>
          </ac:picMkLst>
        </pc:picChg>
      </pc:sldChg>
      <pc:sldChg chg="addSp delSp modSp mod delDesignElem">
        <pc:chgData name="Noufal N S" userId="b779bd52391ceeac" providerId="LiveId" clId="{215A556D-7812-4DBE-B807-8B992C33B2C4}" dt="2022-10-26T05:11:00.678" v="465" actId="5793"/>
        <pc:sldMkLst>
          <pc:docMk/>
          <pc:sldMk cId="3342186568" sldId="274"/>
        </pc:sldMkLst>
        <pc:spChg chg="mod">
          <ac:chgData name="Noufal N S" userId="b779bd52391ceeac" providerId="LiveId" clId="{215A556D-7812-4DBE-B807-8B992C33B2C4}" dt="2022-10-26T05:11:00.678" v="465" actId="5793"/>
          <ac:spMkLst>
            <pc:docMk/>
            <pc:sldMk cId="3342186568" sldId="274"/>
            <ac:spMk id="5" creationId="{F61D649F-8B09-F262-2D7E-19D91EBDF5AC}"/>
          </ac:spMkLst>
        </pc:spChg>
        <pc:spChg chg="add del">
          <ac:chgData name="Noufal N S" userId="b779bd52391ceeac" providerId="LiveId" clId="{215A556D-7812-4DBE-B807-8B992C33B2C4}" dt="2022-10-26T04:45:07.099" v="43"/>
          <ac:spMkLst>
            <pc:docMk/>
            <pc:sldMk cId="3342186568" sldId="274"/>
            <ac:spMk id="9" creationId="{052F6DBF-1805-4FD9-AFA3-C8642175FC96}"/>
          </ac:spMkLst>
        </pc:spChg>
        <pc:spChg chg="add del">
          <ac:chgData name="Noufal N S" userId="b779bd52391ceeac" providerId="LiveId" clId="{215A556D-7812-4DBE-B807-8B992C33B2C4}" dt="2022-10-26T04:45:07.099" v="43"/>
          <ac:spMkLst>
            <pc:docMk/>
            <pc:sldMk cId="3342186568" sldId="274"/>
            <ac:spMk id="11" creationId="{CC79B2C4-EF9C-492F-BC64-5300A7A2F2DB}"/>
          </ac:spMkLst>
        </pc:spChg>
        <pc:spChg chg="add del">
          <ac:chgData name="Noufal N S" userId="b779bd52391ceeac" providerId="LiveId" clId="{215A556D-7812-4DBE-B807-8B992C33B2C4}" dt="2022-10-26T04:45:07.099" v="43"/>
          <ac:spMkLst>
            <pc:docMk/>
            <pc:sldMk cId="3342186568" sldId="274"/>
            <ac:spMk id="13" creationId="{0599BEDA-CEC9-4E6C-B05D-1353D0F165D9}"/>
          </ac:spMkLst>
        </pc:spChg>
      </pc:sldChg>
      <pc:sldChg chg="addSp delSp delDesignElem">
        <pc:chgData name="Noufal N S" userId="b779bd52391ceeac" providerId="LiveId" clId="{215A556D-7812-4DBE-B807-8B992C33B2C4}" dt="2022-10-26T04:45:07.099" v="43"/>
        <pc:sldMkLst>
          <pc:docMk/>
          <pc:sldMk cId="1152132326" sldId="275"/>
        </pc:sldMkLst>
        <pc:spChg chg="add del">
          <ac:chgData name="Noufal N S" userId="b779bd52391ceeac" providerId="LiveId" clId="{215A556D-7812-4DBE-B807-8B992C33B2C4}" dt="2022-10-26T04:45:07.099" v="43"/>
          <ac:spMkLst>
            <pc:docMk/>
            <pc:sldMk cId="1152132326" sldId="275"/>
            <ac:spMk id="9" creationId="{052F6DBF-1805-4FD9-AFA3-C8642175FC96}"/>
          </ac:spMkLst>
        </pc:spChg>
        <pc:spChg chg="add del">
          <ac:chgData name="Noufal N S" userId="b779bd52391ceeac" providerId="LiveId" clId="{215A556D-7812-4DBE-B807-8B992C33B2C4}" dt="2022-10-26T04:45:07.099" v="43"/>
          <ac:spMkLst>
            <pc:docMk/>
            <pc:sldMk cId="1152132326" sldId="275"/>
            <ac:spMk id="11" creationId="{CC79B2C4-EF9C-492F-BC64-5300A7A2F2DB}"/>
          </ac:spMkLst>
        </pc:spChg>
        <pc:spChg chg="add del">
          <ac:chgData name="Noufal N S" userId="b779bd52391ceeac" providerId="LiveId" clId="{215A556D-7812-4DBE-B807-8B992C33B2C4}" dt="2022-10-26T04:45:07.099" v="43"/>
          <ac:spMkLst>
            <pc:docMk/>
            <pc:sldMk cId="1152132326" sldId="275"/>
            <ac:spMk id="13" creationId="{0599BEDA-CEC9-4E6C-B05D-1353D0F165D9}"/>
          </ac:spMkLst>
        </pc:spChg>
      </pc:sldChg>
      <pc:sldChg chg="modSp add mod">
        <pc:chgData name="Noufal N S" userId="b779bd52391ceeac" providerId="LiveId" clId="{215A556D-7812-4DBE-B807-8B992C33B2C4}" dt="2022-10-26T06:04:52.813" v="1459" actId="14100"/>
        <pc:sldMkLst>
          <pc:docMk/>
          <pc:sldMk cId="1400929416" sldId="276"/>
        </pc:sldMkLst>
        <pc:spChg chg="mod">
          <ac:chgData name="Noufal N S" userId="b779bd52391ceeac" providerId="LiveId" clId="{215A556D-7812-4DBE-B807-8B992C33B2C4}" dt="2022-10-26T06:04:08.041" v="1452" actId="404"/>
          <ac:spMkLst>
            <pc:docMk/>
            <pc:sldMk cId="1400929416" sldId="276"/>
            <ac:spMk id="2" creationId="{4274566D-C6A8-AB7D-509B-E61087F723A6}"/>
          </ac:spMkLst>
        </pc:spChg>
        <pc:spChg chg="mod">
          <ac:chgData name="Noufal N S" userId="b779bd52391ceeac" providerId="LiveId" clId="{215A556D-7812-4DBE-B807-8B992C33B2C4}" dt="2022-10-26T06:04:52.813" v="1459" actId="14100"/>
          <ac:spMkLst>
            <pc:docMk/>
            <pc:sldMk cId="1400929416" sldId="276"/>
            <ac:spMk id="5" creationId="{F61D649F-8B09-F262-2D7E-19D91EBDF5AC}"/>
          </ac:spMkLst>
        </pc:spChg>
      </pc:sldChg>
      <pc:sldChg chg="addSp delSp modSp new del mod">
        <pc:chgData name="Noufal N S" userId="b779bd52391ceeac" providerId="LiveId" clId="{215A556D-7812-4DBE-B807-8B992C33B2C4}" dt="2022-10-26T04:59:24.775" v="44" actId="2696"/>
        <pc:sldMkLst>
          <pc:docMk/>
          <pc:sldMk cId="1775026303" sldId="276"/>
        </pc:sldMkLst>
        <pc:spChg chg="mod">
          <ac:chgData name="Noufal N S" userId="b779bd52391ceeac" providerId="LiveId" clId="{215A556D-7812-4DBE-B807-8B992C33B2C4}" dt="2022-10-26T04:45:07.099" v="43"/>
          <ac:spMkLst>
            <pc:docMk/>
            <pc:sldMk cId="1775026303" sldId="276"/>
            <ac:spMk id="2" creationId="{A6A05776-73EC-6FAC-157C-78EE45453368}"/>
          </ac:spMkLst>
        </pc:spChg>
        <pc:spChg chg="del">
          <ac:chgData name="Noufal N S" userId="b779bd52391ceeac" providerId="LiveId" clId="{215A556D-7812-4DBE-B807-8B992C33B2C4}" dt="2022-10-26T04:43:42.362" v="1" actId="931"/>
          <ac:spMkLst>
            <pc:docMk/>
            <pc:sldMk cId="1775026303" sldId="276"/>
            <ac:spMk id="3" creationId="{117E39DF-178F-1C01-FF3B-BF95865B22EC}"/>
          </ac:spMkLst>
        </pc:spChg>
        <pc:picChg chg="add mod">
          <ac:chgData name="Noufal N S" userId="b779bd52391ceeac" providerId="LiveId" clId="{215A556D-7812-4DBE-B807-8B992C33B2C4}" dt="2022-10-26T04:43:49.423" v="3" actId="14100"/>
          <ac:picMkLst>
            <pc:docMk/>
            <pc:sldMk cId="1775026303" sldId="276"/>
            <ac:picMk id="5" creationId="{38491157-9E35-9087-FCA9-D9EB95509886}"/>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A4B53A7-3209-46A6-9454-F38EAC8F11E7}" type="datetimeFigureOut">
              <a:rPr lang="en-US" smtClean="0"/>
              <a:pPr/>
              <a:t>3/12/2023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98334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3/12/2023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436851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3/12/2023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6921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pPr/>
              <a:t>3/12/2023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528536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pPr/>
              <a:t>3/12/2023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379241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pPr/>
              <a:t>3/12/2023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785142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pPr/>
              <a:t>3/12/2023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2545565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pPr/>
              <a:t>3/12/2023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30985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pPr/>
              <a:t>3/12/2023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131075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2992996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782877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1495122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4283855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797890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A4B53A7-3209-46A6-9454-F38EAC8F11E7}" type="datetimeFigureOut">
              <a:rPr lang="en-US" smtClean="0"/>
              <a:pPr/>
              <a:t>3/12/2023</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3070374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6A4B53A7-3209-46A6-9454-F38EAC8F11E7}" type="datetimeFigureOut">
              <a:rPr lang="en-US" smtClean="0"/>
              <a:pPr/>
              <a:t>3/12/2023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1320857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A4B53A7-3209-46A6-9454-F38EAC8F11E7}" type="datetimeFigureOut">
              <a:rPr lang="en-US" smtClean="0"/>
              <a:pPr/>
              <a:t>3/12/2023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4093256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A4B53A7-3209-46A6-9454-F38EAC8F11E7}" type="datetimeFigureOut">
              <a:rPr lang="en-US" smtClean="0"/>
              <a:pPr/>
              <a:t>3/12/2023</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xmlns="" val="68505777"/>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rivacynow.eu/2020/05/19/israel-cyber-attack-on-iran-port-and-texas-transport-ransomware-attack/"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rawpixel.com/search/cyb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xmlns="" id="{491A5E26-1F21-459D-8C03-ADB057B0906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diagram&#10;&#10;Description automatically generated">
            <a:extLst>
              <a:ext uri="{FF2B5EF4-FFF2-40B4-BE49-F238E27FC236}">
                <a16:creationId xmlns:a16="http://schemas.microsoft.com/office/drawing/2014/main" xmlns="" id="{D3A0ED8E-2FC1-72DD-88E4-2047F4DA856B}"/>
              </a:ext>
            </a:extLst>
          </p:cNvPr>
          <p:cNvPicPr>
            <a:picLocks noChangeAspect="1"/>
          </p:cNvPicPr>
          <p:nvPr/>
        </p:nvPicPr>
        <p:blipFill rotWithShape="1">
          <a:blip r:embed="rId2">
            <a:alphaModFix amt="40000"/>
            <a:extLst>
              <a:ext uri="{28A0092B-C50C-407E-A947-70E740481C1C}">
                <a14:useLocalDpi xmlns:a14="http://schemas.microsoft.com/office/drawing/2010/main" xmlns="" val="0"/>
              </a:ext>
              <a:ext uri="{837473B0-CC2E-450A-ABE3-18F120FF3D39}">
                <a1611:picAttrSrcUrl xmlns:a1611="http://schemas.microsoft.com/office/drawing/2016/11/main" xmlns="" r:id="rId3"/>
              </a:ext>
            </a:extLst>
          </a:blip>
          <a:srcRect t="3509" b="2741"/>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F3BC9A00-1F33-55BC-C61E-705857ECDB5B}"/>
              </a:ext>
            </a:extLst>
          </p:cNvPr>
          <p:cNvSpPr>
            <a:spLocks noGrp="1"/>
          </p:cNvSpPr>
          <p:nvPr>
            <p:ph type="ctrTitle"/>
          </p:nvPr>
        </p:nvSpPr>
        <p:spPr>
          <a:xfrm>
            <a:off x="1110131" y="2368669"/>
            <a:ext cx="8825658" cy="2677648"/>
          </a:xfrm>
        </p:spPr>
        <p:txBody>
          <a:bodyPr>
            <a:normAutofit/>
          </a:bodyPr>
          <a:lstStyle/>
          <a:p>
            <a:r>
              <a:rPr lang="en-US" dirty="0" smtClean="0">
                <a:solidFill>
                  <a:schemeClr val="tx1"/>
                </a:solidFill>
                <a:highlight>
                  <a:srgbClr val="000000"/>
                </a:highlight>
                <a:latin typeface="Algerian" panose="04020705040A02060702" pitchFamily="82" charset="0"/>
                <a:cs typeface="Aharoni" panose="020B0604020202020204" pitchFamily="2" charset="-79"/>
              </a:rPr>
              <a:t>SEMINAR</a:t>
            </a:r>
            <a:endParaRPr lang="en-US" dirty="0">
              <a:solidFill>
                <a:schemeClr val="tx1"/>
              </a:solidFill>
              <a:highlight>
                <a:srgbClr val="000000"/>
              </a:highlight>
              <a:latin typeface="Algerian" panose="04020705040A02060702" pitchFamily="82" charset="0"/>
              <a:cs typeface="Aharoni" panose="020B0604020202020204" pitchFamily="2" charset="-79"/>
            </a:endParaRPr>
          </a:p>
        </p:txBody>
      </p:sp>
      <p:sp>
        <p:nvSpPr>
          <p:cNvPr id="3" name="Subtitle 2">
            <a:extLst>
              <a:ext uri="{FF2B5EF4-FFF2-40B4-BE49-F238E27FC236}">
                <a16:creationId xmlns:a16="http://schemas.microsoft.com/office/drawing/2014/main" xmlns="" id="{9CA9F0E2-1A35-25A1-E559-3E3745DDDDA7}"/>
              </a:ext>
            </a:extLst>
          </p:cNvPr>
          <p:cNvSpPr>
            <a:spLocks noGrp="1"/>
          </p:cNvSpPr>
          <p:nvPr>
            <p:ph type="subTitle" idx="1"/>
          </p:nvPr>
        </p:nvSpPr>
        <p:spPr>
          <a:xfrm>
            <a:off x="653143" y="5046322"/>
            <a:ext cx="11194868" cy="1145472"/>
          </a:xfrm>
        </p:spPr>
        <p:txBody>
          <a:bodyPr>
            <a:noAutofit/>
          </a:bodyPr>
          <a:lstStyle/>
          <a:p>
            <a:pPr algn="ctr"/>
            <a:r>
              <a:rPr lang="en-US" sz="3600" b="1" dirty="0" smtClean="0">
                <a:solidFill>
                  <a:schemeClr val="tx1"/>
                </a:solidFill>
                <a:latin typeface="Stencil" pitchFamily="82" charset="0"/>
                <a:ea typeface="Verdana" panose="020B0604030504040204" pitchFamily="34" charset="0"/>
              </a:rPr>
              <a:t>Mobile Forensics Data Integrity Assessment by Event Monitoring </a:t>
            </a:r>
            <a:endParaRPr lang="en-US" sz="3600" dirty="0">
              <a:solidFill>
                <a:schemeClr val="tx1"/>
              </a:solidFill>
              <a:latin typeface="Stencil" pitchFamily="82" charset="0"/>
            </a:endParaRPr>
          </a:p>
        </p:txBody>
      </p:sp>
      <p:sp>
        <p:nvSpPr>
          <p:cNvPr id="9" name="TextBox 8">
            <a:extLst>
              <a:ext uri="{FF2B5EF4-FFF2-40B4-BE49-F238E27FC236}">
                <a16:creationId xmlns:a16="http://schemas.microsoft.com/office/drawing/2014/main" xmlns="" id="{E784BDA8-433A-60BE-77E9-41A43D788EB8}"/>
              </a:ext>
            </a:extLst>
          </p:cNvPr>
          <p:cNvSpPr txBox="1"/>
          <p:nvPr/>
        </p:nvSpPr>
        <p:spPr>
          <a:xfrm>
            <a:off x="9511458" y="6657945"/>
            <a:ext cx="26805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privacynow.eu/2020/05/19/israel-cyber-attack-on-iran-port-and-texas-transport-ransomware-attack/">
                  <a:extLst>
                    <a:ext uri="{A12FA001-AC4F-418D-AE19-62706E023703}">
                      <ahyp:hlinkClr xmlns:ahyp="http://schemas.microsoft.com/office/drawing/2018/hyperlinkcolor" xmlns=""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xmlns="" val="tx"/>
                    </a:ext>
                  </a:extLst>
                </a:hlinkClick>
              </a:rPr>
              <a:t>CC BY-SA</a:t>
            </a:r>
            <a:endParaRPr lang="en-US" sz="700">
              <a:solidFill>
                <a:srgbClr val="FFFFFF"/>
              </a:solidFill>
            </a:endParaRPr>
          </a:p>
        </p:txBody>
      </p:sp>
    </p:spTree>
    <p:extLst>
      <p:ext uri="{BB962C8B-B14F-4D97-AF65-F5344CB8AC3E}">
        <p14:creationId xmlns:p14="http://schemas.microsoft.com/office/powerpoint/2010/main" xmlns="" val="1393019107"/>
      </p:ext>
    </p:extLst>
  </p:cSld>
  <p:clrMapOvr>
    <a:overrideClrMapping bg1="dk1" tx1="lt1" bg2="dk2" tx2="lt2" accent1="accent1" accent2="accent2" accent3="accent3" accent4="accent4" accent5="accent5" accent6="accent6" hlink="hlink" folHlink="folHlink"/>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5" name="Content Placeholder 4" descr="Close-up of a server network panel with lights and cables">
            <a:extLst>
              <a:ext uri="{FF2B5EF4-FFF2-40B4-BE49-F238E27FC236}">
                <a16:creationId xmlns:a16="http://schemas.microsoft.com/office/drawing/2014/main" xmlns="" id="{D8CBFEEC-D183-0EDA-70C9-D316144CCEB9}"/>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5399" r="-1" b="15698"/>
          <a:stretch/>
        </p:blipFill>
        <p:spPr>
          <a:xfrm>
            <a:off x="487195" y="435991"/>
            <a:ext cx="11243735" cy="5899496"/>
          </a:xfrm>
          <a:prstGeom prst="rect">
            <a:avLst/>
          </a:prstGeom>
        </p:spPr>
      </p:pic>
      <p:sp>
        <p:nvSpPr>
          <p:cNvPr id="19" name="Rectangle 18">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xmlns="" id="{8A506226-61F5-CF88-AC99-2A04DE4B3468}"/>
              </a:ext>
            </a:extLst>
          </p:cNvPr>
          <p:cNvSpPr>
            <a:spLocks noGrp="1"/>
          </p:cNvSpPr>
          <p:nvPr>
            <p:ph type="title"/>
          </p:nvPr>
        </p:nvSpPr>
        <p:spPr>
          <a:xfrm>
            <a:off x="1765663" y="611779"/>
            <a:ext cx="8620967" cy="603068"/>
          </a:xfrm>
        </p:spPr>
        <p:txBody>
          <a:bodyPr>
            <a:normAutofit fontScale="90000"/>
          </a:bodyPr>
          <a:lstStyle/>
          <a:p>
            <a:pPr algn="ctr"/>
            <a:r>
              <a:rPr lang="en-US" b="1" u="sng" dirty="0" smtClean="0">
                <a:solidFill>
                  <a:srgbClr val="FFFFFF"/>
                </a:solidFill>
                <a:latin typeface="Algerian" panose="04020705040A02060702" pitchFamily="82" charset="0"/>
                <a:cs typeface="Aharoni" panose="02010803020104030203" pitchFamily="2" charset="-79"/>
              </a:rPr>
              <a:t>CONTENT</a:t>
            </a:r>
            <a:endParaRPr lang="en-US" b="1" u="sng" dirty="0">
              <a:solidFill>
                <a:srgbClr val="FFFFFF"/>
              </a:solidFill>
              <a:latin typeface="Algerian" panose="04020705040A02060702" pitchFamily="82" charset="0"/>
              <a:cs typeface="Aharoni" panose="02010803020104030203" pitchFamily="2" charset="-79"/>
            </a:endParaRPr>
          </a:p>
        </p:txBody>
      </p:sp>
      <p:sp>
        <p:nvSpPr>
          <p:cNvPr id="9" name="Content Placeholder 8">
            <a:extLst>
              <a:ext uri="{FF2B5EF4-FFF2-40B4-BE49-F238E27FC236}">
                <a16:creationId xmlns:a16="http://schemas.microsoft.com/office/drawing/2014/main" xmlns="" id="{CA82481D-4861-843A-C54B-2B96CE0A69A7}"/>
              </a:ext>
            </a:extLst>
          </p:cNvPr>
          <p:cNvSpPr>
            <a:spLocks noGrp="1"/>
          </p:cNvSpPr>
          <p:nvPr>
            <p:ph idx="1"/>
          </p:nvPr>
        </p:nvSpPr>
        <p:spPr>
          <a:xfrm>
            <a:off x="1306287" y="1179771"/>
            <a:ext cx="9326880" cy="4763830"/>
          </a:xfrm>
          <a:solidFill>
            <a:schemeClr val="bg1"/>
          </a:solidFill>
          <a:ln>
            <a:solidFill>
              <a:schemeClr val="bg1"/>
            </a:solidFill>
          </a:ln>
        </p:spPr>
        <p:txBody>
          <a:bodyPr anchor="t">
            <a:normAutofit fontScale="85000" lnSpcReduction="10000"/>
          </a:bodyPr>
          <a:lstStyle/>
          <a:p>
            <a:pPr>
              <a:buFont typeface="+mj-lt"/>
              <a:buAutoNum type="arabicParenR"/>
            </a:pPr>
            <a:r>
              <a:rPr lang="en-US" sz="1700" b="1" dirty="0" smtClean="0">
                <a:solidFill>
                  <a:schemeClr val="tx1"/>
                </a:solidFill>
                <a:latin typeface="Amasis MT Pro Black" panose="02040A04050005020304" pitchFamily="18" charset="0"/>
              </a:rPr>
              <a:t>ABSTRACT</a:t>
            </a:r>
          </a:p>
          <a:p>
            <a:pPr>
              <a:buFont typeface="+mj-lt"/>
              <a:buAutoNum type="arabicParenR"/>
            </a:pPr>
            <a:r>
              <a:rPr lang="en-US" sz="1700" b="1" dirty="0" smtClean="0">
                <a:solidFill>
                  <a:schemeClr val="tx1"/>
                </a:solidFill>
                <a:latin typeface="Amasis MT Pro Black" panose="02040A04050005020304" pitchFamily="18" charset="0"/>
              </a:rPr>
              <a:t>INTRODUCTION</a:t>
            </a:r>
          </a:p>
          <a:p>
            <a:pPr>
              <a:buFont typeface="+mj-lt"/>
              <a:buAutoNum type="arabicParenR"/>
            </a:pPr>
            <a:r>
              <a:rPr lang="en-US" sz="1700" b="1" dirty="0" smtClean="0">
                <a:solidFill>
                  <a:schemeClr val="tx1"/>
                </a:solidFill>
                <a:latin typeface="Amasis MT Pro Black" panose="02040A04050005020304" pitchFamily="18" charset="0"/>
              </a:rPr>
              <a:t>MOBILE FORENSICS</a:t>
            </a:r>
          </a:p>
          <a:p>
            <a:pPr>
              <a:buFont typeface="+mj-lt"/>
              <a:buAutoNum type="arabicParenR"/>
            </a:pPr>
            <a:r>
              <a:rPr lang="en-US" sz="1700" b="1" dirty="0" smtClean="0">
                <a:solidFill>
                  <a:schemeClr val="tx1"/>
                </a:solidFill>
                <a:latin typeface="Amasis MT Pro Black" panose="02040A04050005020304" pitchFamily="18" charset="0"/>
              </a:rPr>
              <a:t>DATA INTEGRITY</a:t>
            </a:r>
          </a:p>
          <a:p>
            <a:pPr>
              <a:buFont typeface="+mj-lt"/>
              <a:buAutoNum type="arabicParenR"/>
            </a:pPr>
            <a:r>
              <a:rPr lang="en-US" sz="1700" b="1" dirty="0" smtClean="0">
                <a:solidFill>
                  <a:schemeClr val="tx1"/>
                </a:solidFill>
                <a:latin typeface="Amasis MT Pro Black" panose="02040A04050005020304" pitchFamily="18" charset="0"/>
              </a:rPr>
              <a:t>EVENT MONITORING</a:t>
            </a:r>
          </a:p>
          <a:p>
            <a:pPr>
              <a:buFont typeface="+mj-lt"/>
              <a:buAutoNum type="arabicParenR"/>
            </a:pPr>
            <a:r>
              <a:rPr lang="en-US" sz="1700" b="1" dirty="0" smtClean="0">
                <a:solidFill>
                  <a:schemeClr val="tx1"/>
                </a:solidFill>
                <a:latin typeface="Amasis MT Pro Black" panose="02040A04050005020304" pitchFamily="18" charset="0"/>
              </a:rPr>
              <a:t>EXISTING SYSTEM</a:t>
            </a:r>
          </a:p>
          <a:p>
            <a:pPr>
              <a:buFont typeface="+mj-lt"/>
              <a:buAutoNum type="arabicParenR"/>
            </a:pPr>
            <a:r>
              <a:rPr lang="en-US" sz="1700" b="1" dirty="0" smtClean="0">
                <a:solidFill>
                  <a:schemeClr val="tx1"/>
                </a:solidFill>
                <a:latin typeface="Amasis MT Pro Black" panose="02040A04050005020304" pitchFamily="18" charset="0"/>
              </a:rPr>
              <a:t>MIAT TOOL</a:t>
            </a:r>
          </a:p>
          <a:p>
            <a:pPr>
              <a:buFont typeface="+mj-lt"/>
              <a:buAutoNum type="arabicParenR"/>
            </a:pPr>
            <a:r>
              <a:rPr lang="en-US" sz="1700" b="1" dirty="0" smtClean="0">
                <a:solidFill>
                  <a:schemeClr val="tx1"/>
                </a:solidFill>
                <a:latin typeface="Amasis MT Pro Black" panose="02040A04050005020304" pitchFamily="18" charset="0"/>
              </a:rPr>
              <a:t>PROPOSED SYSTEM</a:t>
            </a:r>
          </a:p>
          <a:p>
            <a:pPr>
              <a:buFont typeface="+mj-lt"/>
              <a:buAutoNum type="arabicParenR"/>
            </a:pPr>
            <a:r>
              <a:rPr lang="en-US" sz="1700" b="1" dirty="0" err="1" smtClean="0">
                <a:solidFill>
                  <a:schemeClr val="tx1"/>
                </a:solidFill>
                <a:latin typeface="Amasis MT Pro Black" panose="02040A04050005020304" pitchFamily="18" charset="0"/>
              </a:rPr>
              <a:t>FSMon</a:t>
            </a:r>
            <a:r>
              <a:rPr lang="en-US" sz="1700" b="1" dirty="0" smtClean="0">
                <a:solidFill>
                  <a:schemeClr val="tx1"/>
                </a:solidFill>
                <a:latin typeface="Amasis MT Pro Black" panose="02040A04050005020304" pitchFamily="18" charset="0"/>
              </a:rPr>
              <a:t> APPLICATION</a:t>
            </a:r>
          </a:p>
          <a:p>
            <a:pPr>
              <a:buFont typeface="+mj-lt"/>
              <a:buAutoNum type="arabicParenR"/>
            </a:pPr>
            <a:r>
              <a:rPr lang="en-US" sz="1700" b="1" dirty="0" smtClean="0">
                <a:solidFill>
                  <a:schemeClr val="tx1"/>
                </a:solidFill>
                <a:latin typeface="Amasis MT Pro Black" panose="02040A04050005020304" pitchFamily="18" charset="0"/>
              </a:rPr>
              <a:t>DATA INTEGRITY BY IEVENT MONITORING</a:t>
            </a:r>
          </a:p>
          <a:p>
            <a:pPr>
              <a:buFont typeface="+mj-lt"/>
              <a:buAutoNum type="arabicParenR"/>
            </a:pPr>
            <a:r>
              <a:rPr lang="en-US" sz="1700" b="1" dirty="0" smtClean="0">
                <a:solidFill>
                  <a:schemeClr val="tx1"/>
                </a:solidFill>
                <a:latin typeface="Amasis MT Pro Black" panose="02040A04050005020304" pitchFamily="18" charset="0"/>
              </a:rPr>
              <a:t>WORK FLOW DIAGRAM </a:t>
            </a:r>
          </a:p>
          <a:p>
            <a:pPr>
              <a:buFont typeface="+mj-lt"/>
              <a:buAutoNum type="arabicParenR"/>
            </a:pPr>
            <a:r>
              <a:rPr lang="en-US" sz="1700" b="1" dirty="0" smtClean="0">
                <a:solidFill>
                  <a:schemeClr val="tx1"/>
                </a:solidFill>
                <a:latin typeface="Amasis MT Pro Black" panose="02040A04050005020304" pitchFamily="18" charset="0"/>
              </a:rPr>
              <a:t>RESULT</a:t>
            </a:r>
          </a:p>
          <a:p>
            <a:pPr>
              <a:buFont typeface="+mj-lt"/>
              <a:buAutoNum type="arabicParenR"/>
            </a:pPr>
            <a:r>
              <a:rPr lang="en-US" sz="1700" b="1" dirty="0" smtClean="0">
                <a:solidFill>
                  <a:schemeClr val="tx1"/>
                </a:solidFill>
                <a:latin typeface="Amasis MT Pro Black" panose="02040A04050005020304" pitchFamily="18" charset="0"/>
              </a:rPr>
              <a:t>FUTURE SCOPE</a:t>
            </a:r>
          </a:p>
          <a:p>
            <a:pPr>
              <a:buFont typeface="+mj-lt"/>
              <a:buAutoNum type="arabicParenR"/>
            </a:pPr>
            <a:r>
              <a:rPr lang="en-US" sz="1700" b="1" dirty="0" smtClean="0">
                <a:solidFill>
                  <a:schemeClr val="tx1"/>
                </a:solidFill>
                <a:latin typeface="Amasis MT Pro Black" panose="02040A04050005020304" pitchFamily="18" charset="0"/>
              </a:rPr>
              <a:t>CONCXLUSION</a:t>
            </a:r>
          </a:p>
          <a:p>
            <a:pPr>
              <a:buFont typeface="+mj-lt"/>
              <a:buAutoNum type="arabicParenR"/>
            </a:pPr>
            <a:r>
              <a:rPr lang="en-US" sz="1700" b="1" dirty="0" smtClean="0">
                <a:solidFill>
                  <a:schemeClr val="tx1"/>
                </a:solidFill>
                <a:latin typeface="Amasis MT Pro Black" panose="02040A04050005020304" pitchFamily="18" charset="0"/>
              </a:rPr>
              <a:t>REFERENCE</a:t>
            </a:r>
            <a:endParaRPr lang="en-US" sz="1700" b="1" dirty="0" smtClean="0">
              <a:solidFill>
                <a:schemeClr val="tx1"/>
              </a:solidFill>
              <a:latin typeface="Amasis MT Pro Black" panose="02040A04050005020304" pitchFamily="18" charset="0"/>
            </a:endParaRPr>
          </a:p>
          <a:p>
            <a:pPr>
              <a:buFont typeface="+mj-lt"/>
              <a:buAutoNum type="arabicParenR"/>
            </a:pPr>
            <a:endParaRPr lang="en-US" sz="1000" b="1" dirty="0" smtClean="0">
              <a:solidFill>
                <a:schemeClr val="tx1"/>
              </a:solidFill>
              <a:latin typeface="Amasis MT Pro Black" panose="02040A04050005020304" pitchFamily="18" charset="0"/>
            </a:endParaRPr>
          </a:p>
          <a:p>
            <a:pPr>
              <a:buFont typeface="+mj-lt"/>
              <a:buAutoNum type="arabicParenR"/>
            </a:pPr>
            <a:endParaRPr lang="en-US" b="1" dirty="0">
              <a:solidFill>
                <a:schemeClr val="tx1"/>
              </a:solidFill>
              <a:latin typeface="Amasis MT Pro Black" panose="02040A04050005020304" pitchFamily="18" charset="0"/>
            </a:endParaRPr>
          </a:p>
        </p:txBody>
      </p:sp>
    </p:spTree>
    <p:extLst>
      <p:ext uri="{BB962C8B-B14F-4D97-AF65-F5344CB8AC3E}">
        <p14:creationId xmlns:p14="http://schemas.microsoft.com/office/powerpoint/2010/main" xmlns="" val="381296943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5" name="Content Placeholder 4" descr="Blue digital binary data on a screen">
            <a:extLst>
              <a:ext uri="{FF2B5EF4-FFF2-40B4-BE49-F238E27FC236}">
                <a16:creationId xmlns:a16="http://schemas.microsoft.com/office/drawing/2014/main" xmlns="" id="{47783B06-51D2-0CFD-4247-3586D389A79F}"/>
              </a:ext>
            </a:extLst>
          </p:cNvPr>
          <p:cNvPicPr>
            <a:picLocks noChangeAspect="1"/>
          </p:cNvPicPr>
          <p:nvPr/>
        </p:nvPicPr>
        <p:blipFill>
          <a:blip r:embed="rId2"/>
          <a:stretch>
            <a:fillRect/>
          </a:stretch>
        </p:blipFill>
        <p:spPr>
          <a:xfrm>
            <a:off x="487102" y="465618"/>
            <a:ext cx="11229182" cy="5926636"/>
          </a:xfrm>
          <a:prstGeom prst="rect">
            <a:avLst/>
          </a:prstGeom>
        </p:spPr>
      </p:pic>
      <p:sp>
        <p:nvSpPr>
          <p:cNvPr id="14" name="Rectangle 13">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FF69C6B-C6CF-1CF7-C0BB-9B479A7C82CB}"/>
              </a:ext>
            </a:extLst>
          </p:cNvPr>
          <p:cNvSpPr>
            <a:spLocks noGrp="1"/>
          </p:cNvSpPr>
          <p:nvPr>
            <p:ph type="title"/>
          </p:nvPr>
        </p:nvSpPr>
        <p:spPr>
          <a:xfrm>
            <a:off x="1814944" y="1281547"/>
            <a:ext cx="8620967" cy="855132"/>
          </a:xfrm>
        </p:spPr>
        <p:txBody>
          <a:bodyPr>
            <a:normAutofit/>
          </a:bodyPr>
          <a:lstStyle/>
          <a:p>
            <a:pPr algn="ctr"/>
            <a:r>
              <a:rPr lang="en-US" b="1" dirty="0">
                <a:solidFill>
                  <a:srgbClr val="FFFFFF"/>
                </a:solidFill>
                <a:latin typeface="Bodoni MT Black" panose="02070A03080606020203" pitchFamily="18" charset="0"/>
              </a:rPr>
              <a:t>ABSTRACT</a:t>
            </a:r>
          </a:p>
        </p:txBody>
      </p:sp>
      <p:sp>
        <p:nvSpPr>
          <p:cNvPr id="9" name="Content Placeholder 8">
            <a:extLst>
              <a:ext uri="{FF2B5EF4-FFF2-40B4-BE49-F238E27FC236}">
                <a16:creationId xmlns:a16="http://schemas.microsoft.com/office/drawing/2014/main" xmlns="" id="{641BE64A-C850-F90E-091F-592791071C10}"/>
              </a:ext>
            </a:extLst>
          </p:cNvPr>
          <p:cNvSpPr>
            <a:spLocks noGrp="1"/>
          </p:cNvSpPr>
          <p:nvPr>
            <p:ph idx="1"/>
          </p:nvPr>
        </p:nvSpPr>
        <p:spPr>
          <a:xfrm>
            <a:off x="1341406" y="2181375"/>
            <a:ext cx="9603684" cy="3366012"/>
          </a:xfrm>
          <a:solidFill>
            <a:schemeClr val="bg1"/>
          </a:solidFill>
        </p:spPr>
        <p:txBody>
          <a:bodyPr anchor="t">
            <a:normAutofit fontScale="92500" lnSpcReduction="20000"/>
          </a:bodyPr>
          <a:lstStyle/>
          <a:p>
            <a:pPr>
              <a:lnSpc>
                <a:spcPct val="150000"/>
              </a:lnSpc>
            </a:pPr>
            <a:r>
              <a:rPr lang="en-US" sz="1400" dirty="0" smtClean="0">
                <a:latin typeface="Calibri" pitchFamily="34" charset="0"/>
                <a:ea typeface="Calibri" pitchFamily="34" charset="0"/>
                <a:cs typeface="Calibri" pitchFamily="34" charset="0"/>
              </a:rPr>
              <a:t>Mobile forensics is a field of digital forensics that deals with the extraction and analysis of digital evidence from mobile devices</a:t>
            </a:r>
            <a:r>
              <a:rPr lang="en-US" sz="1400" dirty="0" smtClean="0">
                <a:latin typeface="Calibri" pitchFamily="34" charset="0"/>
                <a:ea typeface="Calibri" pitchFamily="34" charset="0"/>
                <a:cs typeface="Calibri" pitchFamily="34" charset="0"/>
              </a:rPr>
              <a:t>.</a:t>
            </a:r>
          </a:p>
          <a:p>
            <a:pPr>
              <a:lnSpc>
                <a:spcPct val="150000"/>
              </a:lnSpc>
            </a:pPr>
            <a:r>
              <a:rPr lang="en-US" sz="1400" dirty="0" smtClean="0">
                <a:latin typeface="Calibri" pitchFamily="34" charset="0"/>
                <a:ea typeface="Calibri" pitchFamily="34" charset="0"/>
                <a:cs typeface="Calibri" pitchFamily="34" charset="0"/>
              </a:rPr>
              <a:t>Currently</a:t>
            </a:r>
            <a:r>
              <a:rPr lang="en-US" sz="1400" dirty="0" smtClean="0">
                <a:latin typeface="Calibri" pitchFamily="34" charset="0"/>
                <a:ea typeface="Calibri" pitchFamily="34" charset="0"/>
                <a:cs typeface="Calibri" pitchFamily="34" charset="0"/>
              </a:rPr>
              <a:t>, the most forensic acquisition and analysis of mobile devices is based on tools implementing a remote paradigm, dealing with a forensic workstation used for seizure, via insertion of a piece of code in the mobile device</a:t>
            </a:r>
            <a:r>
              <a:rPr lang="en-US" sz="1400" dirty="0" smtClean="0">
                <a:latin typeface="Calibri" pitchFamily="34" charset="0"/>
                <a:ea typeface="Calibri" pitchFamily="34" charset="0"/>
                <a:cs typeface="Calibri" pitchFamily="34" charset="0"/>
              </a:rPr>
              <a:t>.</a:t>
            </a:r>
          </a:p>
          <a:p>
            <a:pPr>
              <a:lnSpc>
                <a:spcPct val="150000"/>
              </a:lnSpc>
            </a:pPr>
            <a:r>
              <a:rPr lang="en-US" sz="1400" dirty="0" smtClean="0">
                <a:latin typeface="Calibri" pitchFamily="34" charset="0"/>
                <a:ea typeface="Calibri" pitchFamily="34" charset="0"/>
                <a:cs typeface="Calibri" pitchFamily="34" charset="0"/>
              </a:rPr>
              <a:t>In this paper, we present a new approach to assess the integrity respect regarding both the acquisition tools used and the occurring events. </a:t>
            </a:r>
            <a:endParaRPr lang="en-US" sz="1400" dirty="0" smtClean="0">
              <a:latin typeface="Calibri" pitchFamily="34" charset="0"/>
              <a:ea typeface="Calibri" pitchFamily="34" charset="0"/>
              <a:cs typeface="Calibri" pitchFamily="34" charset="0"/>
            </a:endParaRPr>
          </a:p>
          <a:p>
            <a:pPr>
              <a:lnSpc>
                <a:spcPct val="150000"/>
              </a:lnSpc>
            </a:pPr>
            <a:r>
              <a:rPr lang="en-US" sz="1400" dirty="0" smtClean="0">
                <a:latin typeface="Calibri" pitchFamily="34" charset="0"/>
                <a:ea typeface="Calibri" pitchFamily="34" charset="0"/>
                <a:cs typeface="Calibri" pitchFamily="34" charset="0"/>
              </a:rPr>
              <a:t>By monitoring these events, forensic investigators can obtain valuable information about the user's behavior and the data that is stored on the device. </a:t>
            </a:r>
            <a:endParaRPr lang="en-US" sz="1400" dirty="0" smtClean="0">
              <a:latin typeface="Calibri" pitchFamily="34" charset="0"/>
              <a:ea typeface="Calibri" pitchFamily="34" charset="0"/>
              <a:cs typeface="Calibri" pitchFamily="34" charset="0"/>
            </a:endParaRPr>
          </a:p>
          <a:p>
            <a:pPr>
              <a:lnSpc>
                <a:spcPct val="150000"/>
              </a:lnSpc>
            </a:pPr>
            <a:r>
              <a:rPr lang="en-US" sz="1400" dirty="0" smtClean="0">
                <a:latin typeface="Calibri" pitchFamily="34" charset="0"/>
                <a:ea typeface="Calibri" pitchFamily="34" charset="0"/>
                <a:cs typeface="Calibri" pitchFamily="34" charset="0"/>
              </a:rPr>
              <a:t>Event monitoring involves monitoring the activities and events that occur on a mobile device. This can include tracking the applications that are installed and used on the device, as well as monitoring the device's network connections, calls, text messages, and other activities</a:t>
            </a:r>
            <a:r>
              <a:rPr lang="en-US" sz="1400" dirty="0" smtClean="0">
                <a:latin typeface="Calibri" pitchFamily="34" charset="0"/>
                <a:ea typeface="Calibri" pitchFamily="34" charset="0"/>
                <a:cs typeface="Calibri" pitchFamily="34" charset="0"/>
              </a:rPr>
              <a:t>.</a:t>
            </a:r>
          </a:p>
          <a:p>
            <a:pPr>
              <a:lnSpc>
                <a:spcPct val="150000"/>
              </a:lnSpc>
            </a:pPr>
            <a:endParaRPr lang="en-US" sz="1400" dirty="0" smtClean="0"/>
          </a:p>
          <a:p>
            <a:pPr>
              <a:lnSpc>
                <a:spcPct val="150000"/>
              </a:lnSpc>
            </a:pPr>
            <a:endParaRPr lang="en-US" sz="1400" dirty="0" smtClean="0">
              <a:latin typeface="Calibri" panose="020F0502020204030204" pitchFamily="34" charset="0"/>
              <a:ea typeface="Cambria" panose="02040503050406030204" pitchFamily="18" charset="0"/>
              <a:cs typeface="Calibri" panose="020F0502020204030204" pitchFamily="34" charset="0"/>
            </a:endParaRPr>
          </a:p>
          <a:p>
            <a:pPr>
              <a:lnSpc>
                <a:spcPct val="150000"/>
              </a:lnSpc>
            </a:pPr>
            <a:endParaRPr lang="en-US" sz="1400" dirty="0">
              <a:solidFill>
                <a:srgbClr val="FFFFFF"/>
              </a:solidFill>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xmlns="" val="39056624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5" name="Content Placeholder 4" descr="Blue digital binary data on a screen">
            <a:extLst>
              <a:ext uri="{FF2B5EF4-FFF2-40B4-BE49-F238E27FC236}">
                <a16:creationId xmlns:a16="http://schemas.microsoft.com/office/drawing/2014/main" xmlns="" id="{47783B06-51D2-0CFD-4247-3586D389A79F}"/>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6370" r="-1" b="-1"/>
          <a:stretch/>
        </p:blipFill>
        <p:spPr>
          <a:xfrm>
            <a:off x="474132" y="462116"/>
            <a:ext cx="11243735" cy="5921751"/>
          </a:xfrm>
          <a:prstGeom prst="rect">
            <a:avLst/>
          </a:prstGeom>
        </p:spPr>
      </p:pic>
      <p:sp>
        <p:nvSpPr>
          <p:cNvPr id="14" name="Rectangle 13">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FF69C6B-C6CF-1CF7-C0BB-9B479A7C82CB}"/>
              </a:ext>
            </a:extLst>
          </p:cNvPr>
          <p:cNvSpPr>
            <a:spLocks noGrp="1"/>
          </p:cNvSpPr>
          <p:nvPr>
            <p:ph type="title"/>
          </p:nvPr>
        </p:nvSpPr>
        <p:spPr>
          <a:xfrm>
            <a:off x="1295400" y="1447801"/>
            <a:ext cx="8620967" cy="855132"/>
          </a:xfrm>
        </p:spPr>
        <p:txBody>
          <a:bodyPr>
            <a:normAutofit/>
          </a:bodyPr>
          <a:lstStyle/>
          <a:p>
            <a:pPr algn="ctr"/>
            <a:r>
              <a:rPr lang="en-US" b="1" dirty="0" smtClean="0">
                <a:solidFill>
                  <a:srgbClr val="FFFFFF"/>
                </a:solidFill>
                <a:latin typeface="Bodoni MT Black" panose="02070A03080606020203" pitchFamily="18" charset="0"/>
              </a:rPr>
              <a:t>INTRODUCTION</a:t>
            </a:r>
            <a:endParaRPr lang="en-US" b="1" dirty="0">
              <a:solidFill>
                <a:srgbClr val="FFFFFF"/>
              </a:solidFill>
              <a:latin typeface="Bodoni MT Black" panose="02070A03080606020203" pitchFamily="18" charset="0"/>
            </a:endParaRPr>
          </a:p>
        </p:txBody>
      </p:sp>
      <p:sp>
        <p:nvSpPr>
          <p:cNvPr id="9" name="Content Placeholder 8">
            <a:extLst>
              <a:ext uri="{FF2B5EF4-FFF2-40B4-BE49-F238E27FC236}">
                <a16:creationId xmlns:a16="http://schemas.microsoft.com/office/drawing/2014/main" xmlns="" id="{641BE64A-C850-F90E-091F-592791071C10}"/>
              </a:ext>
            </a:extLst>
          </p:cNvPr>
          <p:cNvSpPr>
            <a:spLocks noGrp="1"/>
          </p:cNvSpPr>
          <p:nvPr>
            <p:ph idx="1"/>
          </p:nvPr>
        </p:nvSpPr>
        <p:spPr>
          <a:xfrm>
            <a:off x="1445316" y="2222939"/>
            <a:ext cx="9603684" cy="3187262"/>
          </a:xfrm>
          <a:solidFill>
            <a:schemeClr val="bg1"/>
          </a:solidFill>
        </p:spPr>
        <p:txBody>
          <a:bodyPr anchor="t">
            <a:normAutofit/>
          </a:bodyPr>
          <a:lstStyle/>
          <a:p>
            <a:pPr>
              <a:lnSpc>
                <a:spcPct val="150000"/>
              </a:lnSpc>
            </a:pPr>
            <a:r>
              <a:rPr lang="en-US" sz="1400" dirty="0" smtClean="0"/>
              <a:t>Mobile Phones (MPs) currently represent one of the most diffused technologies all over the world the number of subscribers overcame 2 billions of units and this number seems to follow an increasing trend</a:t>
            </a:r>
            <a:r>
              <a:rPr lang="en-US" sz="1400" dirty="0" smtClean="0"/>
              <a:t>.</a:t>
            </a:r>
          </a:p>
          <a:p>
            <a:pPr>
              <a:lnSpc>
                <a:spcPct val="150000"/>
              </a:lnSpc>
            </a:pPr>
            <a:r>
              <a:rPr lang="en-US" sz="1400" dirty="0" smtClean="0"/>
              <a:t>In this scenario, the number of MPs implicated in crime activities is relevant and it is growing up . </a:t>
            </a:r>
            <a:endParaRPr lang="en-US" sz="1400" dirty="0" smtClean="0"/>
          </a:p>
          <a:p>
            <a:pPr>
              <a:lnSpc>
                <a:spcPct val="150000"/>
              </a:lnSpc>
            </a:pPr>
            <a:r>
              <a:rPr lang="en-US" sz="1400" dirty="0" smtClean="0"/>
              <a:t>Mobile forensics is a field of digital forensics that deals with the extraction and analysis of digital evidence from mobile devices</a:t>
            </a:r>
            <a:r>
              <a:rPr lang="en-US" sz="1400" dirty="0" smtClean="0"/>
              <a:t>.</a:t>
            </a:r>
          </a:p>
          <a:p>
            <a:pPr>
              <a:lnSpc>
                <a:spcPct val="150000"/>
              </a:lnSpc>
            </a:pPr>
            <a:r>
              <a:rPr lang="en-US" sz="1400" dirty="0" smtClean="0"/>
              <a:t>Mobile Forensics Data Integrity Assessment is the process of verifying that the data retrieved from a mobile device is accurate, complete, and reliable. This process involves the use of various forensic techniques to identify and recover digital evidence from mobile devices.</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566249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5" name="Content Placeholder 4" descr="Computer script on a screen">
            <a:extLst>
              <a:ext uri="{FF2B5EF4-FFF2-40B4-BE49-F238E27FC236}">
                <a16:creationId xmlns:a16="http://schemas.microsoft.com/office/drawing/2014/main" xmlns="" id="{576DDED1-ECA2-90B6-78A5-381CB24E2D27}"/>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2116"/>
            <a:ext cx="11243735" cy="5921751"/>
          </a:xfrm>
          <a:prstGeom prst="rect">
            <a:avLst/>
          </a:prstGeom>
        </p:spPr>
      </p:pic>
      <p:sp>
        <p:nvSpPr>
          <p:cNvPr id="23" name="Rectangle 22">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5" name="Rectangle 24">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FF40E12-5992-89BC-CC27-12F804AB1602}"/>
              </a:ext>
            </a:extLst>
          </p:cNvPr>
          <p:cNvSpPr>
            <a:spLocks noGrp="1"/>
          </p:cNvSpPr>
          <p:nvPr>
            <p:ph type="title"/>
          </p:nvPr>
        </p:nvSpPr>
        <p:spPr>
          <a:xfrm>
            <a:off x="1876528" y="1447801"/>
            <a:ext cx="8620967" cy="855132"/>
          </a:xfrm>
        </p:spPr>
        <p:txBody>
          <a:bodyPr>
            <a:normAutofit/>
          </a:bodyPr>
          <a:lstStyle/>
          <a:p>
            <a:pPr algn="ctr"/>
            <a:r>
              <a:rPr lang="en-US" dirty="0" smtClean="0">
                <a:solidFill>
                  <a:srgbClr val="FFFFFF"/>
                </a:solidFill>
                <a:latin typeface="Bodoni MT Black" panose="02070A03080606020203" pitchFamily="18" charset="0"/>
              </a:rPr>
              <a:t>MOBILE FORENSIC</a:t>
            </a:r>
            <a:endParaRPr lang="en-US" dirty="0">
              <a:solidFill>
                <a:srgbClr val="FFFFFF"/>
              </a:solidFill>
              <a:latin typeface="Bodoni MT Black" panose="02070A03080606020203" pitchFamily="18" charset="0"/>
            </a:endParaRPr>
          </a:p>
        </p:txBody>
      </p:sp>
      <p:sp>
        <p:nvSpPr>
          <p:cNvPr id="9" name="Content Placeholder 8">
            <a:extLst>
              <a:ext uri="{FF2B5EF4-FFF2-40B4-BE49-F238E27FC236}">
                <a16:creationId xmlns:a16="http://schemas.microsoft.com/office/drawing/2014/main" xmlns="" id="{10F34AA3-6027-A34C-D6F6-DA5BDDD67924}"/>
              </a:ext>
            </a:extLst>
          </p:cNvPr>
          <p:cNvSpPr>
            <a:spLocks noGrp="1"/>
          </p:cNvSpPr>
          <p:nvPr>
            <p:ph idx="1"/>
          </p:nvPr>
        </p:nvSpPr>
        <p:spPr>
          <a:xfrm>
            <a:off x="2043402" y="2446868"/>
            <a:ext cx="8254999" cy="2971800"/>
          </a:xfrm>
          <a:solidFill>
            <a:schemeClr val="bg1"/>
          </a:solidFill>
        </p:spPr>
        <p:txBody>
          <a:bodyPr anchor="t">
            <a:normAutofit fontScale="77500" lnSpcReduction="20000"/>
          </a:bodyPr>
          <a:lstStyle/>
          <a:p>
            <a:pPr>
              <a:lnSpc>
                <a:spcPct val="150000"/>
              </a:lnSpc>
            </a:pPr>
            <a:r>
              <a:rPr lang="en-US" sz="1600" dirty="0" smtClean="0"/>
              <a:t>Mobile forensics is the process of collecting, analyzing, and preserving data from mobile devices for the purpose of investigation or legal proceedings. </a:t>
            </a:r>
            <a:endParaRPr lang="en-US" sz="1600" dirty="0" smtClean="0"/>
          </a:p>
          <a:p>
            <a:pPr>
              <a:lnSpc>
                <a:spcPct val="150000"/>
              </a:lnSpc>
            </a:pPr>
            <a:r>
              <a:rPr lang="en-US" sz="1600" dirty="0" smtClean="0"/>
              <a:t>It involves a wide range of techniques and tools to extract data from devices such as smart phones, tablets, and wearable technology</a:t>
            </a:r>
            <a:r>
              <a:rPr lang="en-US" sz="1600" dirty="0" smtClean="0"/>
              <a:t>.</a:t>
            </a:r>
          </a:p>
          <a:p>
            <a:pPr>
              <a:lnSpc>
                <a:spcPct val="150000"/>
              </a:lnSpc>
            </a:pPr>
            <a:r>
              <a:rPr lang="en-US" sz="1600" dirty="0" smtClean="0"/>
              <a:t>Mobile forensics is a critical component of digital forensics, as mobile devices are becoming more ubiquitous and increasingly contain sensitive information. </a:t>
            </a:r>
            <a:endParaRPr lang="en-US" sz="1600" dirty="0" smtClean="0"/>
          </a:p>
          <a:p>
            <a:pPr>
              <a:lnSpc>
                <a:spcPct val="150000"/>
              </a:lnSpc>
            </a:pPr>
            <a:r>
              <a:rPr lang="en-US" sz="1600" dirty="0" smtClean="0"/>
              <a:t>The goal of mobile forensics is to obtain evidence that can be used in criminal or civil </a:t>
            </a:r>
            <a:r>
              <a:rPr lang="en-US" sz="1600" dirty="0" smtClean="0"/>
              <a:t>proceedings</a:t>
            </a:r>
          </a:p>
          <a:p>
            <a:pPr>
              <a:lnSpc>
                <a:spcPct val="150000"/>
              </a:lnSpc>
            </a:pPr>
            <a:r>
              <a:rPr lang="en-US" sz="1600" dirty="0" smtClean="0"/>
              <a:t>This can include information such as call logs, text messages, email correspondence, internet browsing history, and GPS data. </a:t>
            </a:r>
            <a:endParaRPr lang="en-US" sz="1600" dirty="0">
              <a:solidFill>
                <a:srgbClr val="FFFFFF"/>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xmlns="" val="20509756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5" name="Content Placeholder 4" descr="Computer script on a screen">
            <a:extLst>
              <a:ext uri="{FF2B5EF4-FFF2-40B4-BE49-F238E27FC236}">
                <a16:creationId xmlns:a16="http://schemas.microsoft.com/office/drawing/2014/main" xmlns="" id="{576DDED1-ECA2-90B6-78A5-381CB24E2D27}"/>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2116"/>
            <a:ext cx="11243735" cy="5921751"/>
          </a:xfrm>
          <a:prstGeom prst="rect">
            <a:avLst/>
          </a:prstGeom>
        </p:spPr>
      </p:pic>
      <p:sp>
        <p:nvSpPr>
          <p:cNvPr id="23" name="Rectangle 22">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5" name="Rectangle 24">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FF40E12-5992-89BC-CC27-12F804AB1602}"/>
              </a:ext>
            </a:extLst>
          </p:cNvPr>
          <p:cNvSpPr>
            <a:spLocks noGrp="1"/>
          </p:cNvSpPr>
          <p:nvPr>
            <p:ph type="title"/>
          </p:nvPr>
        </p:nvSpPr>
        <p:spPr>
          <a:xfrm>
            <a:off x="1697062" y="1447801"/>
            <a:ext cx="8620967" cy="855132"/>
          </a:xfrm>
        </p:spPr>
        <p:txBody>
          <a:bodyPr>
            <a:normAutofit/>
          </a:bodyPr>
          <a:lstStyle/>
          <a:p>
            <a:pPr algn="ctr"/>
            <a:r>
              <a:rPr lang="en-US" dirty="0" smtClean="0">
                <a:solidFill>
                  <a:srgbClr val="FFFFFF"/>
                </a:solidFill>
                <a:latin typeface="Bodoni MT Black" panose="02070A03080606020203" pitchFamily="18" charset="0"/>
              </a:rPr>
              <a:t>MOBILE FORENSIC</a:t>
            </a:r>
            <a:endParaRPr lang="en-US" dirty="0">
              <a:solidFill>
                <a:srgbClr val="FFFFFF"/>
              </a:solidFill>
              <a:latin typeface="Bodoni MT Black" panose="02070A03080606020203" pitchFamily="18" charset="0"/>
            </a:endParaRPr>
          </a:p>
        </p:txBody>
      </p:sp>
      <p:sp>
        <p:nvSpPr>
          <p:cNvPr id="9" name="Content Placeholder 8">
            <a:extLst>
              <a:ext uri="{FF2B5EF4-FFF2-40B4-BE49-F238E27FC236}">
                <a16:creationId xmlns:a16="http://schemas.microsoft.com/office/drawing/2014/main" xmlns="" id="{10F34AA3-6027-A34C-D6F6-DA5BDDD67924}"/>
              </a:ext>
            </a:extLst>
          </p:cNvPr>
          <p:cNvSpPr>
            <a:spLocks noGrp="1"/>
          </p:cNvSpPr>
          <p:nvPr>
            <p:ph idx="1"/>
          </p:nvPr>
        </p:nvSpPr>
        <p:spPr>
          <a:xfrm>
            <a:off x="1975034" y="2446868"/>
            <a:ext cx="8254999" cy="2971800"/>
          </a:xfrm>
          <a:solidFill>
            <a:schemeClr val="bg1"/>
          </a:solidFill>
        </p:spPr>
        <p:txBody>
          <a:bodyPr anchor="t">
            <a:normAutofit fontScale="85000" lnSpcReduction="20000"/>
          </a:bodyPr>
          <a:lstStyle/>
          <a:p>
            <a:pPr>
              <a:lnSpc>
                <a:spcPct val="150000"/>
              </a:lnSpc>
              <a:buNone/>
            </a:pPr>
            <a:r>
              <a:rPr lang="en-US" sz="1600" dirty="0" smtClean="0"/>
              <a:t>The mobile forensics process typically involves four stages: </a:t>
            </a:r>
            <a:endParaRPr lang="en-US" sz="1600" dirty="0" smtClean="0"/>
          </a:p>
          <a:p>
            <a:pPr>
              <a:lnSpc>
                <a:spcPct val="150000"/>
              </a:lnSpc>
            </a:pPr>
            <a:r>
              <a:rPr lang="en-US" sz="1600" dirty="0" smtClean="0">
                <a:solidFill>
                  <a:srgbClr val="FFFFFF"/>
                </a:solidFill>
                <a:latin typeface="Aharoni" panose="02010803020104030203" pitchFamily="2" charset="-79"/>
                <a:cs typeface="Aharoni" panose="02010803020104030203" pitchFamily="2" charset="-79"/>
              </a:rPr>
              <a:t>Collection: </a:t>
            </a:r>
            <a:r>
              <a:rPr lang="en-US" sz="1600" dirty="0" smtClean="0"/>
              <a:t>The </a:t>
            </a:r>
            <a:r>
              <a:rPr lang="en-US" sz="1600" dirty="0" smtClean="0"/>
              <a:t>first step is to obtain physical or logical access to the mobile </a:t>
            </a:r>
            <a:r>
              <a:rPr lang="en-US" sz="1600" dirty="0" smtClean="0"/>
              <a:t>device</a:t>
            </a:r>
          </a:p>
          <a:p>
            <a:pPr>
              <a:lnSpc>
                <a:spcPct val="150000"/>
              </a:lnSpc>
            </a:pPr>
            <a:r>
              <a:rPr lang="en-US" sz="1600" dirty="0" smtClean="0"/>
              <a:t>Extraction</a:t>
            </a:r>
            <a:r>
              <a:rPr lang="en-US" sz="1600" dirty="0" smtClean="0"/>
              <a:t>: Once </a:t>
            </a:r>
            <a:r>
              <a:rPr lang="en-US" sz="1600" dirty="0" smtClean="0"/>
              <a:t>access to the device has been obtained, data is extracted from the device using a variety of </a:t>
            </a:r>
            <a:r>
              <a:rPr lang="en-US" sz="1600" dirty="0" smtClean="0"/>
              <a:t>techniques</a:t>
            </a:r>
          </a:p>
          <a:p>
            <a:pPr>
              <a:lnSpc>
                <a:spcPct val="150000"/>
              </a:lnSpc>
            </a:pPr>
            <a:r>
              <a:rPr lang="en-US" sz="1600" dirty="0" smtClean="0"/>
              <a:t>Analysis</a:t>
            </a:r>
            <a:r>
              <a:rPr lang="en-US" sz="1600" dirty="0" smtClean="0"/>
              <a:t>: Once </a:t>
            </a:r>
            <a:r>
              <a:rPr lang="en-US" sz="1600" dirty="0" smtClean="0"/>
              <a:t>data has been extracted from the device, it is analyzed to identify evidence that can be used in a legal case</a:t>
            </a:r>
            <a:r>
              <a:rPr lang="en-US" sz="1600" dirty="0" smtClean="0"/>
              <a:t>.</a:t>
            </a:r>
          </a:p>
          <a:p>
            <a:pPr>
              <a:lnSpc>
                <a:spcPct val="150000"/>
              </a:lnSpc>
            </a:pPr>
            <a:r>
              <a:rPr lang="en-US" sz="1600" dirty="0" smtClean="0"/>
              <a:t>Reporting</a:t>
            </a:r>
            <a:r>
              <a:rPr lang="en-US" sz="1600" dirty="0" smtClean="0"/>
              <a:t>: Finally</a:t>
            </a:r>
            <a:r>
              <a:rPr lang="en-US" sz="1600" dirty="0" smtClean="0"/>
              <a:t>, the results of the analysis are compiled into a report that can be used in legal proceedings.</a:t>
            </a:r>
            <a:endParaRPr lang="en-US" sz="1600" dirty="0" smtClean="0"/>
          </a:p>
          <a:p>
            <a:pPr>
              <a:lnSpc>
                <a:spcPct val="150000"/>
              </a:lnSpc>
            </a:pPr>
            <a:endParaRPr lang="en-US" sz="1600" dirty="0">
              <a:solidFill>
                <a:srgbClr val="FFFFFF"/>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xmlns="" val="205097565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731246" y="1447801"/>
            <a:ext cx="8620967" cy="855132"/>
          </a:xfrm>
        </p:spPr>
        <p:txBody>
          <a:bodyPr>
            <a:normAutofit/>
          </a:bodyPr>
          <a:lstStyle/>
          <a:p>
            <a:pPr algn="ctr"/>
            <a:r>
              <a:rPr lang="en-US" dirty="0" smtClean="0">
                <a:solidFill>
                  <a:srgbClr val="FFFFFF"/>
                </a:solidFill>
                <a:latin typeface="Bodoni MT Black" panose="02070A03080606020203" pitchFamily="18" charset="0"/>
              </a:rPr>
              <a:t>DATA INTEGRITY</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1957942" y="2446868"/>
            <a:ext cx="8254999" cy="2971800"/>
          </a:xfrm>
          <a:solidFill>
            <a:schemeClr val="bg1"/>
          </a:solidFill>
        </p:spPr>
        <p:txBody>
          <a:bodyPr anchor="t">
            <a:normAutofit fontScale="92500" lnSpcReduction="10000"/>
          </a:bodyPr>
          <a:lstStyle/>
          <a:p>
            <a:pPr>
              <a:lnSpc>
                <a:spcPct val="150000"/>
              </a:lnSpc>
            </a:pPr>
            <a:r>
              <a:rPr lang="en-US" sz="1400" dirty="0" smtClean="0"/>
              <a:t>Data integrity assessment is the process of ensuring that the data obtained from the device is accurate and reliable. </a:t>
            </a:r>
            <a:endParaRPr lang="en-US" sz="1400" dirty="0" smtClean="0"/>
          </a:p>
          <a:p>
            <a:pPr>
              <a:lnSpc>
                <a:spcPct val="150000"/>
              </a:lnSpc>
            </a:pPr>
            <a:r>
              <a:rPr lang="en-US" sz="1400" dirty="0" smtClean="0"/>
              <a:t>In order to do this, forensic investigators need to verify that the data has not been altered or tampered with in any way</a:t>
            </a:r>
            <a:r>
              <a:rPr lang="en-US" sz="1400" dirty="0" smtClean="0"/>
              <a:t>.</a:t>
            </a:r>
          </a:p>
          <a:p>
            <a:pPr>
              <a:lnSpc>
                <a:spcPct val="150000"/>
              </a:lnSpc>
              <a:buNone/>
            </a:pPr>
            <a:r>
              <a:rPr lang="en-US" sz="1400" dirty="0" smtClean="0"/>
              <a:t>There are several techniques that can be used to assess data integrity in mobile forensics, including the following. </a:t>
            </a:r>
            <a:endParaRPr lang="en-US" sz="1400" dirty="0" smtClean="0"/>
          </a:p>
          <a:p>
            <a:pPr>
              <a:lnSpc>
                <a:spcPct val="150000"/>
              </a:lnSpc>
            </a:pPr>
            <a:r>
              <a:rPr lang="en-US" sz="1400" dirty="0" smtClean="0">
                <a:solidFill>
                  <a:srgbClr val="FFFFFF"/>
                </a:solidFill>
                <a:latin typeface="Arial Black" panose="020B0A04020102020204" pitchFamily="34" charset="0"/>
              </a:rPr>
              <a:t>Hashing: </a:t>
            </a:r>
            <a:r>
              <a:rPr lang="en-US" sz="1400" dirty="0" smtClean="0"/>
              <a:t>Hashing </a:t>
            </a:r>
            <a:r>
              <a:rPr lang="en-US" sz="1400" dirty="0" smtClean="0"/>
              <a:t>is a technique that involves generating a unique digital signature, or hash value, for a piece of data. a. This hash value can be used to verify the integrity of the data by comparing it to the original hash value.</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93620" y="1447801"/>
            <a:ext cx="8620967" cy="855132"/>
          </a:xfrm>
        </p:spPr>
        <p:txBody>
          <a:bodyPr>
            <a:normAutofit/>
          </a:bodyPr>
          <a:lstStyle/>
          <a:p>
            <a:pPr algn="ctr"/>
            <a:r>
              <a:rPr lang="en-US" dirty="0" smtClean="0">
                <a:solidFill>
                  <a:srgbClr val="FFFFFF"/>
                </a:solidFill>
                <a:latin typeface="Bodoni MT Black" panose="02070A03080606020203" pitchFamily="18" charset="0"/>
              </a:rPr>
              <a:t>DATA INTEGRITY</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77586" y="2446868"/>
            <a:ext cx="8254999" cy="2971800"/>
          </a:xfrm>
          <a:solidFill>
            <a:schemeClr val="bg1"/>
          </a:solidFill>
        </p:spPr>
        <p:txBody>
          <a:bodyPr anchor="t">
            <a:normAutofit/>
          </a:bodyPr>
          <a:lstStyle/>
          <a:p>
            <a:pPr>
              <a:lnSpc>
                <a:spcPct val="150000"/>
              </a:lnSpc>
            </a:pPr>
            <a:r>
              <a:rPr lang="en-US" sz="1400" dirty="0" smtClean="0"/>
              <a:t>Timeline analysis</a:t>
            </a:r>
            <a:r>
              <a:rPr lang="en-US" sz="1400" dirty="0" smtClean="0"/>
              <a:t>: Timeline </a:t>
            </a:r>
            <a:r>
              <a:rPr lang="en-US" sz="1400" dirty="0" smtClean="0"/>
              <a:t>analysis involves creating a chronological timeline of the events and activities that occurred on the device</a:t>
            </a:r>
            <a:r>
              <a:rPr lang="en-US" sz="1400" dirty="0" smtClean="0"/>
              <a:t>.</a:t>
            </a:r>
          </a:p>
          <a:p>
            <a:pPr>
              <a:lnSpc>
                <a:spcPct val="150000"/>
              </a:lnSpc>
            </a:pPr>
            <a:r>
              <a:rPr lang="en-US" sz="1400" dirty="0" smtClean="0"/>
              <a:t>Comparison with known </a:t>
            </a:r>
            <a:r>
              <a:rPr lang="en-US" sz="1400" dirty="0" smtClean="0"/>
              <a:t>data</a:t>
            </a:r>
            <a:r>
              <a:rPr lang="en-US" sz="1400" dirty="0" smtClean="0"/>
              <a:t>:: Forensic </a:t>
            </a:r>
            <a:r>
              <a:rPr lang="en-US" sz="1400" dirty="0" smtClean="0"/>
              <a:t>investigators can compare the data obtained from the device with known data, such as data obtained from backups or other sources. </a:t>
            </a:r>
            <a:endParaRPr lang="en-US" sz="1400" dirty="0" smtClean="0"/>
          </a:p>
          <a:p>
            <a:pPr>
              <a:lnSpc>
                <a:spcPct val="150000"/>
              </a:lnSpc>
            </a:pPr>
            <a:r>
              <a:rPr lang="en-US" sz="1400" dirty="0" smtClean="0"/>
              <a:t>Event </a:t>
            </a:r>
            <a:r>
              <a:rPr lang="en-US" sz="1400" dirty="0" smtClean="0"/>
              <a:t>monitoring: Event monitoring can also be used to assess data integrity by providing a real-time view of the activities and events that are occurring on the device.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910712" y="1447801"/>
            <a:ext cx="8620967" cy="855132"/>
          </a:xfrm>
        </p:spPr>
        <p:txBody>
          <a:bodyPr>
            <a:normAutofit/>
          </a:bodyPr>
          <a:lstStyle/>
          <a:p>
            <a:pPr algn="ctr"/>
            <a:r>
              <a:rPr lang="en-US" dirty="0" smtClean="0">
                <a:solidFill>
                  <a:srgbClr val="FFFFFF"/>
                </a:solidFill>
                <a:latin typeface="Bodoni MT Black" panose="02070A03080606020203" pitchFamily="18" charset="0"/>
              </a:rPr>
              <a:t>EVENT MONITORING</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86132" y="2395592"/>
            <a:ext cx="8254999" cy="2971800"/>
          </a:xfrm>
          <a:solidFill>
            <a:schemeClr val="bg1"/>
          </a:solidFill>
        </p:spPr>
        <p:txBody>
          <a:bodyPr anchor="t">
            <a:normAutofit/>
          </a:bodyPr>
          <a:lstStyle/>
          <a:p>
            <a:pPr>
              <a:lnSpc>
                <a:spcPct val="150000"/>
              </a:lnSpc>
            </a:pPr>
            <a:r>
              <a:rPr lang="en-US" sz="1400" dirty="0" smtClean="0"/>
              <a:t>Event monitoring is an important component of mobile forensics that involves the real-time collection and analysis of events and activities occurring on a mobile device</a:t>
            </a:r>
            <a:r>
              <a:rPr lang="en-US" sz="1400" dirty="0" smtClean="0"/>
              <a:t>.</a:t>
            </a:r>
          </a:p>
          <a:p>
            <a:pPr>
              <a:lnSpc>
                <a:spcPct val="150000"/>
              </a:lnSpc>
            </a:pPr>
            <a:r>
              <a:rPr lang="en-US" sz="1400" dirty="0" smtClean="0"/>
              <a:t>This can include actions such as opening an app, making a phone call, sending a text message, or browsing the internet. </a:t>
            </a:r>
            <a:endParaRPr lang="en-US" sz="1400" dirty="0" smtClean="0"/>
          </a:p>
          <a:p>
            <a:pPr>
              <a:lnSpc>
                <a:spcPct val="150000"/>
              </a:lnSpc>
            </a:pPr>
            <a:r>
              <a:rPr lang="en-US" sz="1400" dirty="0" smtClean="0"/>
              <a:t>By monitoring these events, forensic investigators can gain valuable insights into the actions and behavior of the device's user.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782522" y="1447801"/>
            <a:ext cx="8620967" cy="855132"/>
          </a:xfrm>
        </p:spPr>
        <p:txBody>
          <a:bodyPr>
            <a:normAutofit/>
          </a:bodyPr>
          <a:lstStyle/>
          <a:p>
            <a:pPr algn="ctr"/>
            <a:r>
              <a:rPr lang="en-US" dirty="0" smtClean="0">
                <a:solidFill>
                  <a:srgbClr val="FFFFFF"/>
                </a:solidFill>
                <a:latin typeface="Bodoni MT Black" panose="02070A03080606020203" pitchFamily="18" charset="0"/>
              </a:rPr>
              <a:t>EXISTING SYSTEM</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43402" y="2446868"/>
            <a:ext cx="8254999" cy="2971800"/>
          </a:xfrm>
          <a:solidFill>
            <a:schemeClr val="bg1"/>
          </a:solidFill>
        </p:spPr>
        <p:txBody>
          <a:bodyPr anchor="t">
            <a:normAutofit/>
          </a:bodyPr>
          <a:lstStyle/>
          <a:p>
            <a:pPr>
              <a:lnSpc>
                <a:spcPct val="150000"/>
              </a:lnSpc>
            </a:pPr>
            <a:r>
              <a:rPr lang="en-US" sz="1400" dirty="0" smtClean="0"/>
              <a:t>Currently, the most forensic acquisition and analysis of these devices is based on tools implementing a remote paradigm, dealing with a forensic workstation used for seizure, via insertion of a piece of code in the mobile device; therefore, the characterization of integrity respect is still difficult and needs to be investigated in depth</a:t>
            </a:r>
            <a:r>
              <a:rPr lang="en-US" sz="1400" dirty="0" smtClean="0"/>
              <a:t>.</a:t>
            </a:r>
          </a:p>
          <a:p>
            <a:pPr>
              <a:lnSpc>
                <a:spcPct val="150000"/>
              </a:lnSpc>
            </a:pPr>
            <a:r>
              <a:rPr lang="en-US" sz="1400" dirty="0" smtClean="0"/>
              <a:t>Currently, as the validation of forensic tools is a complicated and expensive task, a lot of manufacturers seem to be more likely interested in functionalities rather than strong validation of their forensic tools.</a:t>
            </a:r>
          </a:p>
          <a:p>
            <a:pPr>
              <a:lnSpc>
                <a:spcPct val="150000"/>
              </a:lnSpc>
            </a:pP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611602" y="1447801"/>
            <a:ext cx="8620967" cy="855132"/>
          </a:xfrm>
        </p:spPr>
        <p:txBody>
          <a:bodyPr>
            <a:normAutofit fontScale="90000"/>
          </a:bodyPr>
          <a:lstStyle/>
          <a:p>
            <a:pPr algn="ctr"/>
            <a:r>
              <a:rPr lang="en-US" dirty="0" smtClean="0">
                <a:solidFill>
                  <a:srgbClr val="FFFFFF"/>
                </a:solidFill>
                <a:latin typeface="Bodoni MT Black" panose="02070A03080606020203" pitchFamily="18" charset="0"/>
              </a:rPr>
              <a:t>DISADVANTAGE OF </a:t>
            </a:r>
            <a:br>
              <a:rPr lang="en-US" dirty="0" smtClean="0">
                <a:solidFill>
                  <a:srgbClr val="FFFFFF"/>
                </a:solidFill>
                <a:latin typeface="Bodoni MT Black" panose="02070A03080606020203" pitchFamily="18" charset="0"/>
              </a:rPr>
            </a:br>
            <a:r>
              <a:rPr lang="en-US" dirty="0" smtClean="0">
                <a:solidFill>
                  <a:srgbClr val="FFFFFF"/>
                </a:solidFill>
                <a:latin typeface="Bodoni MT Black" panose="02070A03080606020203" pitchFamily="18" charset="0"/>
              </a:rPr>
              <a:t>EXISTING SYSTEM</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00672" y="2446868"/>
            <a:ext cx="8254999" cy="2971800"/>
          </a:xfrm>
          <a:solidFill>
            <a:schemeClr val="bg1"/>
          </a:solidFill>
        </p:spPr>
        <p:txBody>
          <a:bodyPr anchor="t">
            <a:normAutofit/>
          </a:bodyPr>
          <a:lstStyle/>
          <a:p>
            <a:pPr>
              <a:lnSpc>
                <a:spcPct val="150000"/>
              </a:lnSpc>
            </a:pPr>
            <a:r>
              <a:rPr lang="en-US" sz="1400" dirty="0" smtClean="0"/>
              <a:t>Trough </a:t>
            </a:r>
            <a:r>
              <a:rPr lang="en-US" sz="1400" dirty="0" smtClean="0"/>
              <a:t>the existing system methods the events occurred will affect the integrity of the </a:t>
            </a:r>
            <a:r>
              <a:rPr lang="en-US" sz="1400" dirty="0" smtClean="0"/>
              <a:t>data  which is collected in the investigation time .</a:t>
            </a:r>
          </a:p>
          <a:p>
            <a:pPr>
              <a:lnSpc>
                <a:spcPct val="150000"/>
              </a:lnSpc>
            </a:pPr>
            <a:r>
              <a:rPr lang="en-US" sz="1400" dirty="0" smtClean="0"/>
              <a:t> Even the commercial forensic tools are tested over a restricted number of devices; furthermore, the access to devices that have been seized in real investigations is limited by law. </a:t>
            </a:r>
            <a:endParaRPr lang="en-US" sz="1400" dirty="0" smtClean="0"/>
          </a:p>
          <a:p>
            <a:pPr>
              <a:lnSpc>
                <a:spcPct val="150000"/>
              </a:lnSpc>
            </a:pPr>
            <a:r>
              <a:rPr lang="en-US" sz="1400" dirty="0" smtClean="0"/>
              <a:t>The approach presented has not the granularity required to assess if the corruption is due to the acquisition process or to another cause, because the compared images are collected using the same forensic tools which are under study.</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645786" y="1447801"/>
            <a:ext cx="8620967" cy="855132"/>
          </a:xfrm>
        </p:spPr>
        <p:txBody>
          <a:bodyPr>
            <a:normAutofit/>
          </a:bodyPr>
          <a:lstStyle/>
          <a:p>
            <a:pPr algn="ctr"/>
            <a:r>
              <a:rPr lang="en-US" dirty="0" smtClean="0">
                <a:solidFill>
                  <a:srgbClr val="FFFFFF"/>
                </a:solidFill>
                <a:latin typeface="Bodoni MT Black" panose="02070A03080606020203" pitchFamily="18" charset="0"/>
              </a:rPr>
              <a:t>MIAT TOOL</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51948" y="2446868"/>
            <a:ext cx="8254999" cy="2971800"/>
          </a:xfrm>
          <a:solidFill>
            <a:schemeClr val="bg1"/>
          </a:solidFill>
        </p:spPr>
        <p:txBody>
          <a:bodyPr anchor="t">
            <a:normAutofit fontScale="92500"/>
          </a:bodyPr>
          <a:lstStyle/>
          <a:p>
            <a:pPr>
              <a:lnSpc>
                <a:spcPct val="150000"/>
              </a:lnSpc>
            </a:pPr>
            <a:r>
              <a:rPr lang="en-US" sz="1400" dirty="0" smtClean="0"/>
              <a:t>The Mobile Internal Acquisition Tool (MIAT) is a free and open-source tool used in mobile forensics investigations. </a:t>
            </a:r>
          </a:p>
          <a:p>
            <a:pPr>
              <a:lnSpc>
                <a:spcPct val="150000"/>
              </a:lnSpc>
            </a:pPr>
            <a:r>
              <a:rPr lang="en-US" sz="1400" dirty="0" smtClean="0"/>
              <a:t>It </a:t>
            </a:r>
            <a:r>
              <a:rPr lang="en-US" sz="1400" dirty="0" smtClean="0"/>
              <a:t>is designed to assist forensic investigators in acquiring data from mobile devices at the internal level, such as acquiring data from the device's memory or data stored in the device's processor. </a:t>
            </a:r>
            <a:endParaRPr lang="en-US" sz="1400" dirty="0" smtClean="0"/>
          </a:p>
          <a:p>
            <a:pPr>
              <a:lnSpc>
                <a:spcPct val="150000"/>
              </a:lnSpc>
            </a:pPr>
            <a:r>
              <a:rPr lang="en-US" sz="1400" dirty="0" smtClean="0"/>
              <a:t>MIAT is a command-line tool that can be used to acquire data from Android and </a:t>
            </a:r>
            <a:r>
              <a:rPr lang="en-US" sz="1400" dirty="0" err="1" smtClean="0"/>
              <a:t>iOS</a:t>
            </a:r>
            <a:r>
              <a:rPr lang="en-US" sz="1400" dirty="0" smtClean="0"/>
              <a:t> devices. </a:t>
            </a:r>
            <a:endParaRPr lang="en-US" sz="1400" dirty="0" smtClean="0"/>
          </a:p>
          <a:p>
            <a:pPr>
              <a:lnSpc>
                <a:spcPct val="150000"/>
              </a:lnSpc>
            </a:pPr>
            <a:r>
              <a:rPr lang="en-US" sz="1400" dirty="0" smtClean="0"/>
              <a:t>Mobile Internal Acquisition Tool is a software application which can be installed directly on the smart phone using a removable memory card as an installation volume.</a:t>
            </a:r>
          </a:p>
          <a:p>
            <a:pPr>
              <a:lnSpc>
                <a:spcPct val="150000"/>
              </a:lnSpc>
            </a:pP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295400" y="1447801"/>
            <a:ext cx="8620967" cy="855132"/>
          </a:xfrm>
        </p:spPr>
        <p:txBody>
          <a:bodyPr>
            <a:normAutofit/>
          </a:bodyPr>
          <a:lstStyle/>
          <a:p>
            <a:pPr algn="ctr"/>
            <a:r>
              <a:rPr lang="en-US" dirty="0" smtClean="0">
                <a:solidFill>
                  <a:srgbClr val="FFFFFF"/>
                </a:solidFill>
                <a:latin typeface="Bodoni MT Black" panose="02070A03080606020203" pitchFamily="18" charset="0"/>
              </a:rPr>
              <a:t>MIAT TOOL</a:t>
            </a:r>
            <a:endParaRPr lang="en-US" dirty="0">
              <a:solidFill>
                <a:srgbClr val="FFFFFF"/>
              </a:solidFill>
              <a:latin typeface="Bodoni MT Black" panose="02070A03080606020203" pitchFamily="18" charset="0"/>
            </a:endParaRPr>
          </a:p>
        </p:txBody>
      </p:sp>
      <p:pic>
        <p:nvPicPr>
          <p:cNvPr id="1026" name="Picture 2" descr="C:\Users\noufa\OneDrive\Desktop\Screenshot (16).png"/>
          <p:cNvPicPr>
            <a:picLocks noGrp="1" noChangeAspect="1" noChangeArrowheads="1"/>
          </p:cNvPicPr>
          <p:nvPr>
            <p:ph idx="1"/>
          </p:nvPr>
        </p:nvPicPr>
        <p:blipFill>
          <a:blip r:embed="rId3"/>
          <a:srcRect/>
          <a:stretch>
            <a:fillRect/>
          </a:stretch>
        </p:blipFill>
        <p:spPr bwMode="auto">
          <a:xfrm>
            <a:off x="2077934" y="2584326"/>
            <a:ext cx="7678222" cy="1781424"/>
          </a:xfrm>
          <a:prstGeom prst="rect">
            <a:avLst/>
          </a:prstGeom>
          <a:noFill/>
        </p:spPr>
      </p:pic>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731817" y="1406237"/>
            <a:ext cx="8620967" cy="855132"/>
          </a:xfrm>
        </p:spPr>
        <p:txBody>
          <a:bodyPr>
            <a:normAutofit/>
          </a:bodyPr>
          <a:lstStyle/>
          <a:p>
            <a:pPr algn="ctr"/>
            <a:r>
              <a:rPr lang="en-US" dirty="0" smtClean="0">
                <a:solidFill>
                  <a:srgbClr val="FFFFFF"/>
                </a:solidFill>
                <a:latin typeface="Bodoni MT Black" panose="02070A03080606020203" pitchFamily="18" charset="0"/>
              </a:rPr>
              <a:t>MIAT WORK FLOW DIAGRAM</a:t>
            </a:r>
            <a:endParaRPr lang="en-US" dirty="0">
              <a:solidFill>
                <a:srgbClr val="FFFFFF"/>
              </a:solidFill>
              <a:latin typeface="Bodoni MT Black" panose="02070A03080606020203" pitchFamily="18" charset="0"/>
            </a:endParaRPr>
          </a:p>
        </p:txBody>
      </p:sp>
      <p:pic>
        <p:nvPicPr>
          <p:cNvPr id="2050" name="Picture 2" descr="C:\Users\noufa\OneDrive\Desktop\Screenshot (17).png"/>
          <p:cNvPicPr>
            <a:picLocks noGrp="1" noChangeAspect="1" noChangeArrowheads="1"/>
          </p:cNvPicPr>
          <p:nvPr>
            <p:ph idx="1"/>
          </p:nvPr>
        </p:nvPicPr>
        <p:blipFill>
          <a:blip r:embed="rId3"/>
          <a:srcRect/>
          <a:stretch>
            <a:fillRect/>
          </a:stretch>
        </p:blipFill>
        <p:spPr bwMode="auto">
          <a:xfrm>
            <a:off x="2124328" y="2155300"/>
            <a:ext cx="7802064" cy="3206409"/>
          </a:xfrm>
          <a:prstGeom prst="rect">
            <a:avLst/>
          </a:prstGeom>
          <a:noFill/>
        </p:spPr>
      </p:pic>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42344" y="1447801"/>
            <a:ext cx="8620967" cy="855132"/>
          </a:xfrm>
        </p:spPr>
        <p:txBody>
          <a:bodyPr>
            <a:normAutofit/>
          </a:bodyPr>
          <a:lstStyle/>
          <a:p>
            <a:pPr algn="ctr"/>
            <a:r>
              <a:rPr lang="en-US" dirty="0" smtClean="0">
                <a:solidFill>
                  <a:srgbClr val="FFFFFF"/>
                </a:solidFill>
                <a:latin typeface="Bodoni MT Black" panose="02070A03080606020203" pitchFamily="18" charset="0"/>
              </a:rPr>
              <a:t>PROPOSED SYSTEM</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60494" y="2421231"/>
            <a:ext cx="8254999" cy="2971800"/>
          </a:xfrm>
          <a:solidFill>
            <a:schemeClr val="bg1"/>
          </a:solidFill>
        </p:spPr>
        <p:txBody>
          <a:bodyPr anchor="t">
            <a:normAutofit/>
          </a:bodyPr>
          <a:lstStyle/>
          <a:p>
            <a:pPr>
              <a:lnSpc>
                <a:spcPct val="150000"/>
              </a:lnSpc>
            </a:pPr>
            <a:r>
              <a:rPr lang="en-US" sz="1400" dirty="0" smtClean="0"/>
              <a:t>The proposed system is a system which work on the basis of monitoring the events. Event monitoring is a technique used to monitor the events that occur on a mobile device</a:t>
            </a:r>
            <a:r>
              <a:rPr lang="en-US" sz="1400" dirty="0" smtClean="0"/>
              <a:t>.</a:t>
            </a:r>
          </a:p>
          <a:p>
            <a:pPr>
              <a:lnSpc>
                <a:spcPct val="150000"/>
              </a:lnSpc>
            </a:pPr>
            <a:r>
              <a:rPr lang="en-US" sz="1400" dirty="0" smtClean="0"/>
              <a:t>This technique involves the use of software tools that can capture and log various events that occur on the device. </a:t>
            </a:r>
            <a:endParaRPr lang="en-US" sz="1400" dirty="0" smtClean="0"/>
          </a:p>
          <a:p>
            <a:pPr>
              <a:lnSpc>
                <a:spcPct val="150000"/>
              </a:lnSpc>
            </a:pPr>
            <a:r>
              <a:rPr lang="en-US" sz="1400" dirty="0" smtClean="0"/>
              <a:t>These events may include incoming and outgoing calls, SMS messages, internet browsing history, and a</a:t>
            </a:r>
            <a:r>
              <a:rPr lang="en-US" sz="1400" dirty="0" smtClean="0"/>
              <a:t>pps </a:t>
            </a:r>
            <a:r>
              <a:rPr lang="en-US" sz="1400" dirty="0" smtClean="0"/>
              <a:t>location data. The data collected through event monitoring can be used to verify the accuracy and completeness of the data retrieved from the device.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927804" y="1447801"/>
            <a:ext cx="8620967" cy="855132"/>
          </a:xfrm>
        </p:spPr>
        <p:txBody>
          <a:bodyPr>
            <a:normAutofit/>
          </a:bodyPr>
          <a:lstStyle/>
          <a:p>
            <a:pPr algn="ctr"/>
            <a:r>
              <a:rPr lang="en-US" dirty="0" err="1" smtClean="0">
                <a:solidFill>
                  <a:srgbClr val="FFFFFF"/>
                </a:solidFill>
                <a:latin typeface="Bodoni MT Black" panose="02070A03080606020203" pitchFamily="18" charset="0"/>
              </a:rPr>
              <a:t>FSMon</a:t>
            </a:r>
            <a:r>
              <a:rPr lang="en-US" dirty="0" smtClean="0">
                <a:solidFill>
                  <a:srgbClr val="FFFFFF"/>
                </a:solidFill>
                <a:latin typeface="Bodoni MT Black" panose="02070A03080606020203" pitchFamily="18" charset="0"/>
              </a:rPr>
              <a:t> APPLICATION</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154500" y="2446868"/>
            <a:ext cx="8254999" cy="2971800"/>
          </a:xfrm>
          <a:solidFill>
            <a:schemeClr val="bg1"/>
          </a:solidFill>
        </p:spPr>
        <p:txBody>
          <a:bodyPr anchor="t">
            <a:normAutofit/>
          </a:bodyPr>
          <a:lstStyle/>
          <a:p>
            <a:pPr>
              <a:lnSpc>
                <a:spcPct val="150000"/>
              </a:lnSpc>
            </a:pPr>
            <a:r>
              <a:rPr lang="en-US" sz="1400" dirty="0" err="1" smtClean="0"/>
              <a:t>FSMon</a:t>
            </a:r>
            <a:r>
              <a:rPr lang="en-US" sz="1400" dirty="0" smtClean="0"/>
              <a:t> is an open-source application that monitors changes to the file system on a computer</a:t>
            </a:r>
            <a:r>
              <a:rPr lang="en-US" sz="1400" dirty="0" smtClean="0"/>
              <a:t>.</a:t>
            </a:r>
          </a:p>
          <a:p>
            <a:pPr>
              <a:lnSpc>
                <a:spcPct val="150000"/>
              </a:lnSpc>
            </a:pPr>
            <a:r>
              <a:rPr lang="en-US" sz="1400" dirty="0" smtClean="0"/>
              <a:t>It </a:t>
            </a:r>
            <a:r>
              <a:rPr lang="en-US" sz="1400" dirty="0" smtClean="0"/>
              <a:t>is designed to track and log changes made to files and directories, including additions, modifications, and deletions. </a:t>
            </a:r>
            <a:endParaRPr lang="en-US" sz="1400" dirty="0" smtClean="0"/>
          </a:p>
          <a:p>
            <a:pPr>
              <a:lnSpc>
                <a:spcPct val="150000"/>
              </a:lnSpc>
            </a:pPr>
            <a:r>
              <a:rPr lang="en-US" sz="1400" dirty="0" err="1" smtClean="0"/>
              <a:t>FSMon</a:t>
            </a:r>
            <a:r>
              <a:rPr lang="en-US" sz="1400" dirty="0" smtClean="0"/>
              <a:t> is useful for a variety of purposes, such as monitoring system events, detecting suspicious activity, and tracking changes made by an application or user.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295400" y="1447801"/>
            <a:ext cx="8620967" cy="855132"/>
          </a:xfrm>
        </p:spPr>
        <p:txBody>
          <a:bodyPr>
            <a:normAutofit/>
          </a:bodyPr>
          <a:lstStyle/>
          <a:p>
            <a:pPr algn="ctr"/>
            <a:r>
              <a:rPr lang="en-US" dirty="0" err="1" smtClean="0">
                <a:solidFill>
                  <a:srgbClr val="FFFFFF"/>
                </a:solidFill>
                <a:latin typeface="Bodoni MT Black" panose="02070A03080606020203" pitchFamily="18" charset="0"/>
              </a:rPr>
              <a:t>FSMon</a:t>
            </a:r>
            <a:r>
              <a:rPr lang="en-US" dirty="0" smtClean="0">
                <a:solidFill>
                  <a:srgbClr val="FFFFFF"/>
                </a:solidFill>
                <a:latin typeface="Bodoni MT Black" panose="02070A03080606020203" pitchFamily="18" charset="0"/>
              </a:rPr>
              <a:t> APPLICATION</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1727200" y="2446868"/>
            <a:ext cx="8254999" cy="2971800"/>
          </a:xfrm>
        </p:spPr>
        <p:txBody>
          <a:bodyPr anchor="t">
            <a:normAutofit/>
          </a:bodyPr>
          <a:lstStyle/>
          <a:p>
            <a:pPr>
              <a:lnSpc>
                <a:spcPct val="150000"/>
              </a:lnSpc>
              <a:buNone/>
            </a:pPr>
            <a:r>
              <a:rPr lang="en-US" sz="1400" dirty="0" err="1" smtClean="0"/>
              <a:t>FSMon</a:t>
            </a:r>
            <a:r>
              <a:rPr lang="en-US" sz="1400" dirty="0" smtClean="0"/>
              <a:t> can be executed in the two different modes: </a:t>
            </a:r>
            <a:endParaRPr lang="en-US" sz="1400" dirty="0" smtClean="0"/>
          </a:p>
          <a:p>
            <a:pPr>
              <a:lnSpc>
                <a:spcPct val="150000"/>
              </a:lnSpc>
              <a:buAutoNum type="arabicParenR"/>
            </a:pPr>
            <a:r>
              <a:rPr lang="en-US" sz="1400" dirty="0" smtClean="0"/>
              <a:t>Notification </a:t>
            </a:r>
            <a:r>
              <a:rPr lang="en-US" sz="1400" dirty="0" smtClean="0"/>
              <a:t>Waiting: when </a:t>
            </a:r>
            <a:r>
              <a:rPr lang="en-US" sz="1400" dirty="0" err="1" smtClean="0"/>
              <a:t>FSMon</a:t>
            </a:r>
            <a:r>
              <a:rPr lang="en-US" sz="1400" dirty="0" smtClean="0"/>
              <a:t> is spawned in Notification Waiting mode it uses and endless loop. Each iteration waits for a notification and, as it occurs, collects last modification time data for each entry currently present in the file system </a:t>
            </a:r>
            <a:endParaRPr lang="en-US" sz="1400" dirty="0" smtClean="0"/>
          </a:p>
          <a:p>
            <a:pPr>
              <a:lnSpc>
                <a:spcPct val="150000"/>
              </a:lnSpc>
              <a:buAutoNum type="arabicParenR"/>
            </a:pPr>
            <a:r>
              <a:rPr lang="en-US" sz="1400" dirty="0" smtClean="0"/>
              <a:t>File </a:t>
            </a:r>
            <a:r>
              <a:rPr lang="en-US" sz="1400" dirty="0" smtClean="0"/>
              <a:t>System Structure Imaging: when </a:t>
            </a:r>
            <a:r>
              <a:rPr lang="en-US" sz="1400" dirty="0" err="1" smtClean="0"/>
              <a:t>FSMon</a:t>
            </a:r>
            <a:r>
              <a:rPr lang="en-US" sz="1400" dirty="0" smtClean="0"/>
              <a:t> is spawned in File System Structure Imaging mode, it performs a fast image of the file system tree, including last modification time for each file entry.</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25252" y="1447801"/>
            <a:ext cx="8620967" cy="855132"/>
          </a:xfrm>
        </p:spPr>
        <p:txBody>
          <a:bodyPr>
            <a:normAutofit fontScale="90000"/>
          </a:bodyPr>
          <a:lstStyle/>
          <a:p>
            <a:pPr algn="ctr"/>
            <a:r>
              <a:rPr lang="en-US" dirty="0" smtClean="0">
                <a:solidFill>
                  <a:srgbClr val="FFFFFF"/>
                </a:solidFill>
                <a:latin typeface="Bodoni MT Black" panose="02070A03080606020203" pitchFamily="18" charset="0"/>
              </a:rPr>
              <a:t>DATA INTEGRITY BY EVENT MONITORING</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51948" y="2446868"/>
            <a:ext cx="8254999" cy="2971800"/>
          </a:xfrm>
          <a:solidFill>
            <a:schemeClr val="bg1"/>
          </a:solidFill>
        </p:spPr>
        <p:txBody>
          <a:bodyPr anchor="t">
            <a:normAutofit/>
          </a:bodyPr>
          <a:lstStyle/>
          <a:p>
            <a:pPr>
              <a:lnSpc>
                <a:spcPct val="150000"/>
              </a:lnSpc>
            </a:pPr>
            <a:r>
              <a:rPr lang="en-US" sz="1400" dirty="0" smtClean="0"/>
              <a:t>The working of this </a:t>
            </a:r>
            <a:r>
              <a:rPr lang="en-US" sz="1400" dirty="0" smtClean="0"/>
              <a:t>method </a:t>
            </a:r>
            <a:r>
              <a:rPr lang="en-US" sz="1400" dirty="0" smtClean="0"/>
              <a:t>is by monitoring the events while we collecting the evidence from the mobile phone. </a:t>
            </a:r>
            <a:endParaRPr lang="en-US" sz="1400" dirty="0" smtClean="0"/>
          </a:p>
          <a:p>
            <a:pPr>
              <a:lnSpc>
                <a:spcPct val="150000"/>
              </a:lnSpc>
            </a:pPr>
            <a:r>
              <a:rPr lang="en-US" sz="1400" dirty="0" smtClean="0"/>
              <a:t>The events like calls ,messages etc.. Can be cause the integrity of the data while we working on recovering the evidence. </a:t>
            </a:r>
            <a:endParaRPr lang="en-US" sz="1400" dirty="0" smtClean="0"/>
          </a:p>
          <a:p>
            <a:pPr>
              <a:lnSpc>
                <a:spcPct val="150000"/>
              </a:lnSpc>
            </a:pPr>
            <a:r>
              <a:rPr lang="en-US" sz="1400" dirty="0" smtClean="0"/>
              <a:t>This will be cause the integrity of the data as a result the evidence will be corrupted and it will not help in the investigation process.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85074" y="1447801"/>
            <a:ext cx="8620967" cy="855132"/>
          </a:xfrm>
        </p:spPr>
        <p:txBody>
          <a:bodyPr>
            <a:normAutofit fontScale="90000"/>
          </a:bodyPr>
          <a:lstStyle/>
          <a:p>
            <a:pPr algn="ctr"/>
            <a:r>
              <a:rPr lang="en-US" dirty="0" smtClean="0">
                <a:solidFill>
                  <a:srgbClr val="FFFFFF"/>
                </a:solidFill>
                <a:latin typeface="Bodoni MT Black" panose="02070A03080606020203" pitchFamily="18" charset="0"/>
              </a:rPr>
              <a:t>DATA INTEGRITY BY EVENT MONITORING</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09218" y="2369954"/>
            <a:ext cx="8254999" cy="2971800"/>
          </a:xfrm>
          <a:solidFill>
            <a:schemeClr val="bg1"/>
          </a:solidFill>
        </p:spPr>
        <p:txBody>
          <a:bodyPr anchor="t">
            <a:normAutofit/>
          </a:bodyPr>
          <a:lstStyle/>
          <a:p>
            <a:pPr>
              <a:lnSpc>
                <a:spcPct val="150000"/>
              </a:lnSpc>
              <a:buNone/>
            </a:pPr>
            <a:r>
              <a:rPr lang="en-US" sz="1400" dirty="0" smtClean="0"/>
              <a:t>There are </a:t>
            </a:r>
            <a:r>
              <a:rPr lang="en-US" sz="1400" dirty="0" smtClean="0"/>
              <a:t>steps  that </a:t>
            </a:r>
            <a:r>
              <a:rPr lang="en-US" sz="1400" dirty="0" smtClean="0"/>
              <a:t>can be used to assess data integrity in mobile </a:t>
            </a:r>
            <a:r>
              <a:rPr lang="en-US" sz="1400" dirty="0" smtClean="0"/>
              <a:t>forensics.</a:t>
            </a:r>
          </a:p>
          <a:p>
            <a:pPr>
              <a:lnSpc>
                <a:spcPct val="150000"/>
              </a:lnSpc>
            </a:pPr>
            <a:r>
              <a:rPr lang="en-US" sz="1400" dirty="0" smtClean="0"/>
              <a:t>Planning:. This involves identifying the objectives of the investigation and the mobile devices to be analyzed. It is essential to determine the scope of the investigation and the data that needs to be collected</a:t>
            </a:r>
            <a:r>
              <a:rPr lang="en-US" sz="1400" dirty="0" smtClean="0"/>
              <a:t>.</a:t>
            </a:r>
          </a:p>
          <a:p>
            <a:pPr>
              <a:lnSpc>
                <a:spcPct val="150000"/>
              </a:lnSpc>
            </a:pPr>
            <a:r>
              <a:rPr lang="en-US" sz="1400" dirty="0" smtClean="0"/>
              <a:t>Device Acquisition</a:t>
            </a:r>
            <a:r>
              <a:rPr lang="en-US" sz="1400" dirty="0" smtClean="0"/>
              <a:t>: The </a:t>
            </a:r>
            <a:r>
              <a:rPr lang="en-US" sz="1400" dirty="0" smtClean="0"/>
              <a:t>next step is to acquire the mobile device. This can be done either through physical or logical acquisition. In physical acquisition, the device is connected to a forensic workstation and a bit-by-bit copy of the device's storage is created. In logical acquisition, a copy of the device's logical storage is created using software tools.</a:t>
            </a:r>
          </a:p>
          <a:p>
            <a:pPr>
              <a:lnSpc>
                <a:spcPct val="150000"/>
              </a:lnSpc>
            </a:pP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42344" y="1447801"/>
            <a:ext cx="8620967" cy="855132"/>
          </a:xfrm>
        </p:spPr>
        <p:txBody>
          <a:bodyPr>
            <a:normAutofit fontScale="90000"/>
          </a:bodyPr>
          <a:lstStyle/>
          <a:p>
            <a:pPr algn="ctr"/>
            <a:r>
              <a:rPr lang="en-US" dirty="0" smtClean="0">
                <a:solidFill>
                  <a:srgbClr val="FFFFFF"/>
                </a:solidFill>
                <a:latin typeface="Bodoni MT Black" panose="02070A03080606020203" pitchFamily="18" charset="0"/>
              </a:rPr>
              <a:t>DATA INTEGRITY BY EVENT MONITORING</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1992126" y="2446868"/>
            <a:ext cx="8254999" cy="2971800"/>
          </a:xfrm>
          <a:solidFill>
            <a:schemeClr val="bg1"/>
          </a:solidFill>
        </p:spPr>
        <p:txBody>
          <a:bodyPr anchor="t">
            <a:normAutofit/>
          </a:bodyPr>
          <a:lstStyle/>
          <a:p>
            <a:pPr>
              <a:lnSpc>
                <a:spcPct val="150000"/>
              </a:lnSpc>
            </a:pPr>
            <a:r>
              <a:rPr lang="en-US" sz="1400" dirty="0" smtClean="0"/>
              <a:t>Event Monitoring : Event monitoring involves monitoring the device for any changes or events that occur during the investigation. This includes tracking the installation and removal of applications, changes to system settings, and any other activities that could impact the data being collected. </a:t>
            </a:r>
            <a:endParaRPr lang="en-US" sz="1400" dirty="0" smtClean="0"/>
          </a:p>
          <a:p>
            <a:pPr>
              <a:lnSpc>
                <a:spcPct val="150000"/>
              </a:lnSpc>
            </a:pPr>
            <a:r>
              <a:rPr lang="en-US" sz="1400" dirty="0" smtClean="0"/>
              <a:t>Data Analysis: This involves reviewing the logs and other data collected during the investigation. The goal of data analysis is to identify any anomalies or inconsistencies in the data that could indicate a breach of data integrity.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961988" y="1447801"/>
            <a:ext cx="8620967" cy="855132"/>
          </a:xfrm>
        </p:spPr>
        <p:txBody>
          <a:bodyPr>
            <a:normAutofit fontScale="90000"/>
          </a:bodyPr>
          <a:lstStyle/>
          <a:p>
            <a:pPr algn="ctr"/>
            <a:r>
              <a:rPr lang="en-US" dirty="0" smtClean="0">
                <a:solidFill>
                  <a:srgbClr val="FFFFFF"/>
                </a:solidFill>
                <a:latin typeface="Bodoni MT Black" panose="02070A03080606020203" pitchFamily="18" charset="0"/>
              </a:rPr>
              <a:t>DATA INTEGRITY BY EVENT MONITORING</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60494" y="2446868"/>
            <a:ext cx="8254999" cy="2971800"/>
          </a:xfrm>
          <a:solidFill>
            <a:schemeClr val="bg1"/>
          </a:solidFill>
        </p:spPr>
        <p:txBody>
          <a:bodyPr anchor="t">
            <a:normAutofit/>
          </a:bodyPr>
          <a:lstStyle/>
          <a:p>
            <a:pPr>
              <a:lnSpc>
                <a:spcPct val="150000"/>
              </a:lnSpc>
            </a:pPr>
            <a:r>
              <a:rPr lang="en-US" sz="1400" dirty="0" smtClean="0"/>
              <a:t>Reporting </a:t>
            </a:r>
            <a:r>
              <a:rPr lang="en-US" sz="1400" dirty="0" smtClean="0"/>
              <a:t>: The </a:t>
            </a:r>
            <a:r>
              <a:rPr lang="en-US" sz="1400" dirty="0" smtClean="0"/>
              <a:t>final step in Mobile Forensics Data Integrity Assessment by Event Monitoring is to create a report. This report should include a summary of the investigation, the data collected, and any anomalies or inconsistencies identified during the analysis. The report should also include a conclusion about the integrity of the data and any recommendations for future investigations.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828800" y="1330036"/>
            <a:ext cx="8669464" cy="581891"/>
          </a:xfrm>
        </p:spPr>
        <p:txBody>
          <a:bodyPr>
            <a:normAutofit fontScale="90000"/>
          </a:bodyPr>
          <a:lstStyle/>
          <a:p>
            <a:pPr algn="ctr"/>
            <a:r>
              <a:rPr lang="en-US" dirty="0" smtClean="0">
                <a:solidFill>
                  <a:srgbClr val="FFFFFF"/>
                </a:solidFill>
                <a:latin typeface="Bodoni MT Black" panose="02070A03080606020203" pitchFamily="18" charset="0"/>
              </a:rPr>
              <a:t>WORK FLOW DIAGRAM</a:t>
            </a:r>
            <a:endParaRPr lang="en-US" dirty="0">
              <a:solidFill>
                <a:srgbClr val="FFFFFF"/>
              </a:solidFill>
              <a:latin typeface="Bodoni MT Black" panose="02070A03080606020203" pitchFamily="18" charset="0"/>
            </a:endParaRPr>
          </a:p>
        </p:txBody>
      </p:sp>
      <p:pic>
        <p:nvPicPr>
          <p:cNvPr id="9" name="image15.jpeg"/>
          <p:cNvPicPr>
            <a:picLocks noGrp="1"/>
          </p:cNvPicPr>
          <p:nvPr>
            <p:ph idx="1"/>
          </p:nvPr>
        </p:nvPicPr>
        <p:blipFill>
          <a:blip r:embed="rId3" cstate="print"/>
          <a:stretch>
            <a:fillRect/>
          </a:stretch>
        </p:blipFill>
        <p:spPr>
          <a:xfrm rot="16200000">
            <a:off x="4515288" y="-723287"/>
            <a:ext cx="3446287" cy="8716712"/>
          </a:xfrm>
          <a:prstGeom prst="rect">
            <a:avLst/>
          </a:prstGeom>
        </p:spPr>
      </p:pic>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688516" y="1447801"/>
            <a:ext cx="8620967" cy="855132"/>
          </a:xfrm>
        </p:spPr>
        <p:txBody>
          <a:bodyPr>
            <a:normAutofit/>
          </a:bodyPr>
          <a:lstStyle/>
          <a:p>
            <a:pPr algn="ctr"/>
            <a:r>
              <a:rPr lang="en-US" dirty="0" smtClean="0">
                <a:solidFill>
                  <a:srgbClr val="FFFFFF"/>
                </a:solidFill>
                <a:latin typeface="Bodoni MT Black" panose="02070A03080606020203" pitchFamily="18" charset="0"/>
              </a:rPr>
              <a:t>RESULT</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17764" y="2446868"/>
            <a:ext cx="8254999" cy="2971800"/>
          </a:xfrm>
          <a:solidFill>
            <a:schemeClr val="bg1"/>
          </a:solidFill>
        </p:spPr>
        <p:txBody>
          <a:bodyPr anchor="t">
            <a:normAutofit/>
          </a:bodyPr>
          <a:lstStyle/>
          <a:p>
            <a:pPr algn="just"/>
            <a:r>
              <a:rPr lang="en-US" sz="1400" dirty="0" smtClean="0">
                <a:latin typeface="Calibri" panose="020F0502020204030204" pitchFamily="34" charset="0"/>
                <a:cs typeface="Calibri" panose="020F0502020204030204" pitchFamily="34" charset="0"/>
              </a:rPr>
              <a:t>In this paper, we presented a new strategy to characterize the internal memory file system corruption due both to forensic tools and occurring events; our strategy is applicable to Open Source and to commercial tools as well. </a:t>
            </a:r>
          </a:p>
          <a:p>
            <a:pPr algn="just"/>
            <a:r>
              <a:rPr lang="en-US" sz="1400" dirty="0" smtClean="0">
                <a:latin typeface="Calibri" panose="020F0502020204030204" pitchFamily="34" charset="0"/>
                <a:cs typeface="Calibri" panose="020F0502020204030204" pitchFamily="34" charset="0"/>
              </a:rPr>
              <a:t>Further experimental results allowed performing a characterization of the entire MIAT collection workflow; such characterization could guide the forensic operators throughout the management of devices discovered in crime scenes, in order to minimize the degree of corruption. </a:t>
            </a:r>
            <a:endParaRPr lang="en-IN" sz="1400" dirty="0" smtClean="0">
              <a:latin typeface="Calibri" panose="020F0502020204030204" pitchFamily="34" charset="0"/>
              <a:cs typeface="Calibri" panose="020F0502020204030204" pitchFamily="34" charset="0"/>
            </a:endParaRPr>
          </a:p>
          <a:p>
            <a:pPr>
              <a:lnSpc>
                <a:spcPct val="150000"/>
              </a:lnSpc>
              <a:buNone/>
            </a:pP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654332" y="1447801"/>
            <a:ext cx="8620967" cy="855132"/>
          </a:xfrm>
        </p:spPr>
        <p:txBody>
          <a:bodyPr>
            <a:normAutofit/>
          </a:bodyPr>
          <a:lstStyle/>
          <a:p>
            <a:pPr algn="ctr"/>
            <a:r>
              <a:rPr lang="en-US" dirty="0" smtClean="0">
                <a:solidFill>
                  <a:srgbClr val="FFFFFF"/>
                </a:solidFill>
                <a:latin typeface="Bodoni MT Black" panose="02070A03080606020203" pitchFamily="18" charset="0"/>
              </a:rPr>
              <a:t>FUTURE SCOPE</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17764" y="2446868"/>
            <a:ext cx="8254999" cy="2877162"/>
          </a:xfrm>
          <a:solidFill>
            <a:schemeClr val="bg1"/>
          </a:solidFill>
        </p:spPr>
        <p:txBody>
          <a:bodyPr anchor="t">
            <a:normAutofit/>
          </a:bodyPr>
          <a:lstStyle/>
          <a:p>
            <a:pPr>
              <a:lnSpc>
                <a:spcPct val="150000"/>
              </a:lnSpc>
            </a:pPr>
            <a:r>
              <a:rPr lang="en-US" sz="1400" dirty="0" smtClean="0"/>
              <a:t>This system is partially automated as an human is required to implement the process of integrity verification . In future we can develop an AI for the fully automation of the process </a:t>
            </a:r>
            <a:endParaRPr lang="en-US" sz="1400" dirty="0" smtClean="0"/>
          </a:p>
          <a:p>
            <a:pPr>
              <a:lnSpc>
                <a:spcPct val="150000"/>
              </a:lnSpc>
            </a:pPr>
            <a:r>
              <a:rPr lang="en-US" sz="1400" dirty="0" smtClean="0"/>
              <a:t>This system can only applicable in the local data extraction time as a future update we need to implement this system in the cloud data recovery time. As there occurs lots of more events which can cause the integrity of the data. </a:t>
            </a: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960418" y="1302329"/>
            <a:ext cx="8620967" cy="855132"/>
          </a:xfrm>
        </p:spPr>
        <p:txBody>
          <a:bodyPr>
            <a:normAutofit/>
          </a:bodyPr>
          <a:lstStyle/>
          <a:p>
            <a:pPr algn="ctr"/>
            <a:r>
              <a:rPr lang="en-US" dirty="0" smtClean="0">
                <a:solidFill>
                  <a:srgbClr val="FFFFFF"/>
                </a:solidFill>
                <a:latin typeface="Bodoni MT Black" panose="02070A03080606020203" pitchFamily="18" charset="0"/>
              </a:rPr>
              <a:t>CONCLUSION</a:t>
            </a:r>
            <a:endParaRPr lang="en-US" dirty="0">
              <a:solidFill>
                <a:srgbClr val="FFFFFF"/>
              </a:solidFill>
              <a:latin typeface="Bodoni MT Black" panose="02070A03080606020203" pitchFamily="18" charset="0"/>
            </a:endParaRPr>
          </a:p>
        </p:txBody>
      </p:sp>
      <p:sp>
        <p:nvSpPr>
          <p:cNvPr id="10" name="Content Placeholder 9"/>
          <p:cNvSpPr>
            <a:spLocks noGrp="1"/>
          </p:cNvSpPr>
          <p:nvPr>
            <p:ph idx="1"/>
          </p:nvPr>
        </p:nvSpPr>
        <p:spPr>
          <a:xfrm>
            <a:off x="1772386" y="2065697"/>
            <a:ext cx="8825659" cy="3416300"/>
          </a:xfrm>
          <a:solidFill>
            <a:schemeClr val="bg1"/>
          </a:solidFill>
        </p:spPr>
        <p:txBody>
          <a:bodyPr/>
          <a:lstStyle/>
          <a:p>
            <a:r>
              <a:rPr lang="en-US" dirty="0" smtClean="0"/>
              <a:t>Mobile Forensics Data Integrity Assessment by Event Monitoring is a critical process in mobile forensic investigations. </a:t>
            </a:r>
            <a:endParaRPr lang="en-US" dirty="0" smtClean="0"/>
          </a:p>
          <a:p>
            <a:r>
              <a:rPr lang="en-US" dirty="0" smtClean="0"/>
              <a:t>By monitoring events that occur on the device during the investigation, it is possible to ensure the integrity of the data collected</a:t>
            </a:r>
            <a:r>
              <a:rPr lang="en-US" dirty="0" smtClean="0"/>
              <a:t>.</a:t>
            </a:r>
          </a:p>
          <a:p>
            <a:r>
              <a:rPr lang="en-US" dirty="0" smtClean="0"/>
              <a:t>This documentation outlines the key steps involved in Mobile Forensics Data Integrity Assessment by Event Monitoring and provides a framework for conducting these investigations</a:t>
            </a:r>
            <a:r>
              <a:rPr lang="en-US" dirty="0" smtClean="0"/>
              <a:t>.</a:t>
            </a:r>
          </a:p>
          <a:p>
            <a:r>
              <a:rPr lang="en-US" dirty="0" smtClean="0"/>
              <a:t>With the help of the steps in this method we can surely confirm the  integrity of the data that have been collected during the investigation time </a:t>
            </a:r>
            <a:endParaRPr lang="en-US" dirty="0"/>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xmlns="" id="{052F6DBF-1805-4FD9-AFA3-C8642175FC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pic>
        <p:nvPicPr>
          <p:cNvPr id="4" name="Content Placeholder 4" descr="Computer script on a screen">
            <a:extLst>
              <a:ext uri="{FF2B5EF4-FFF2-40B4-BE49-F238E27FC236}">
                <a16:creationId xmlns:a16="http://schemas.microsoft.com/office/drawing/2014/main" xmlns="" id="{D2E124C2-544D-3E33-F5E5-0D567E7A1038}"/>
              </a:ext>
            </a:extLst>
          </p:cNvPr>
          <p:cNvPicPr>
            <a:picLocks noChangeAspect="1"/>
          </p:cNvPicPr>
          <p:nvPr/>
        </p:nvPicPr>
        <p:blipFill rotWithShape="1">
          <a:blip r:embed="rId2">
            <a:alphaModFix/>
            <a:extLst>
              <a:ext uri="{28A0092B-C50C-407E-A947-70E740481C1C}">
                <a14:useLocalDpi xmlns:a14="http://schemas.microsoft.com/office/drawing/2010/main" xmlns="" val="0"/>
              </a:ext>
            </a:extLst>
          </a:blip>
          <a:srcRect t="9701" r="-1" b="11396"/>
          <a:stretch/>
        </p:blipFill>
        <p:spPr>
          <a:xfrm>
            <a:off x="474132" y="468124"/>
            <a:ext cx="11243735" cy="5921751"/>
          </a:xfrm>
          <a:prstGeom prst="rect">
            <a:avLst/>
          </a:prstGeom>
        </p:spPr>
      </p:pic>
      <p:sp>
        <p:nvSpPr>
          <p:cNvPr id="22" name="Rectangle 21">
            <a:extLst>
              <a:ext uri="{FF2B5EF4-FFF2-40B4-BE49-F238E27FC236}">
                <a16:creationId xmlns:a16="http://schemas.microsoft.com/office/drawing/2014/main" xmlns="" id="{CC79B2C4-EF9C-492F-BC64-5300A7A2F2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xmlns="" id="{0599BEDA-CEC9-4E6C-B05D-1353D0F165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1143000" y="1295400"/>
            <a:ext cx="9982200" cy="4267200"/>
          </a:xfrm>
          <a:prstGeom prst="rect">
            <a:avLst/>
          </a:prstGeom>
          <a:solidFill>
            <a:srgbClr val="000001">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0016631F-ECE4-D2AF-E83A-077B5F54590A}"/>
              </a:ext>
            </a:extLst>
          </p:cNvPr>
          <p:cNvSpPr>
            <a:spLocks noGrp="1"/>
          </p:cNvSpPr>
          <p:nvPr>
            <p:ph type="title"/>
          </p:nvPr>
        </p:nvSpPr>
        <p:spPr>
          <a:xfrm>
            <a:off x="1611602" y="1447801"/>
            <a:ext cx="8620967" cy="855132"/>
          </a:xfrm>
        </p:spPr>
        <p:txBody>
          <a:bodyPr>
            <a:normAutofit/>
          </a:bodyPr>
          <a:lstStyle/>
          <a:p>
            <a:pPr algn="ctr"/>
            <a:r>
              <a:rPr lang="en-US" dirty="0" smtClean="0">
                <a:solidFill>
                  <a:srgbClr val="FFFFFF"/>
                </a:solidFill>
                <a:latin typeface="Bodoni MT Black" panose="02070A03080606020203" pitchFamily="18" charset="0"/>
              </a:rPr>
              <a:t>REFERENCE</a:t>
            </a:r>
            <a:endParaRPr lang="en-US" dirty="0">
              <a:solidFill>
                <a:srgbClr val="FFFFFF"/>
              </a:solidFill>
              <a:latin typeface="Bodoni MT Black" panose="02070A03080606020203" pitchFamily="18" charset="0"/>
            </a:endParaRPr>
          </a:p>
        </p:txBody>
      </p:sp>
      <p:sp>
        <p:nvSpPr>
          <p:cNvPr id="8" name="Content Placeholder 7">
            <a:extLst>
              <a:ext uri="{FF2B5EF4-FFF2-40B4-BE49-F238E27FC236}">
                <a16:creationId xmlns:a16="http://schemas.microsoft.com/office/drawing/2014/main" xmlns="" id="{00296F1D-FC67-0891-DFD5-F21F99480A85}"/>
              </a:ext>
            </a:extLst>
          </p:cNvPr>
          <p:cNvSpPr>
            <a:spLocks noGrp="1"/>
          </p:cNvSpPr>
          <p:nvPr>
            <p:ph idx="1"/>
          </p:nvPr>
        </p:nvSpPr>
        <p:spPr>
          <a:xfrm>
            <a:off x="2017764" y="2446868"/>
            <a:ext cx="8254999" cy="2971800"/>
          </a:xfrm>
          <a:solidFill>
            <a:schemeClr val="bg1"/>
          </a:solidFill>
        </p:spPr>
        <p:txBody>
          <a:bodyPr anchor="t">
            <a:normAutofit/>
          </a:bodyPr>
          <a:lstStyle/>
          <a:p>
            <a:pPr marL="0" indent="0" algn="just">
              <a:buNone/>
            </a:pPr>
            <a:r>
              <a:rPr lang="en-US" sz="1400" dirty="0" smtClean="0">
                <a:latin typeface="Calibri" panose="020F0502020204030204" pitchFamily="34" charset="0"/>
                <a:cs typeface="Calibri" panose="020F0502020204030204" pitchFamily="34" charset="0"/>
              </a:rPr>
              <a:t>[1] </a:t>
            </a:r>
            <a:r>
              <a:rPr lang="en-US" sz="1400" dirty="0" err="1" smtClean="0">
                <a:latin typeface="Calibri" panose="020F0502020204030204" pitchFamily="34" charset="0"/>
                <a:cs typeface="Calibri" panose="020F0502020204030204" pitchFamily="34" charset="0"/>
              </a:rPr>
              <a:t>Kalba</a:t>
            </a:r>
            <a:r>
              <a:rPr lang="en-US" sz="1400" dirty="0" smtClean="0">
                <a:latin typeface="Calibri" panose="020F0502020204030204" pitchFamily="34" charset="0"/>
                <a:cs typeface="Calibri" panose="020F0502020204030204" pitchFamily="34" charset="0"/>
              </a:rPr>
              <a:t>, K.: The adoption of mobile phones in emerging markets: global diffusion and the rural challenge. International Journal of Communication vol. 2, pp. 631–661 (2008). </a:t>
            </a:r>
          </a:p>
          <a:p>
            <a:pPr marL="0" indent="0" algn="just">
              <a:buNone/>
            </a:pPr>
            <a:r>
              <a:rPr lang="en-US" sz="1400" dirty="0" smtClean="0">
                <a:latin typeface="Calibri" panose="020F0502020204030204" pitchFamily="34" charset="0"/>
                <a:cs typeface="Calibri" panose="020F0502020204030204" pitchFamily="34" charset="0"/>
              </a:rPr>
              <a:t>[2] Me, G., Rossi, M.: Internal forensic acquisition for mobile equipments. In: 4th International Workshop on Security in Systems and Networks, Proceedings of the International Parallel and Distributed Processing Symposium (2008).</a:t>
            </a:r>
          </a:p>
          <a:p>
            <a:pPr marL="0" indent="0" algn="just">
              <a:buNone/>
            </a:pPr>
            <a:r>
              <a:rPr lang="en-US" sz="1400" dirty="0" smtClean="0">
                <a:latin typeface="Calibri" panose="020F0502020204030204" pitchFamily="34" charset="0"/>
                <a:cs typeface="Calibri" panose="020F0502020204030204" pitchFamily="34" charset="0"/>
              </a:rPr>
              <a:t> [3] </a:t>
            </a:r>
            <a:r>
              <a:rPr lang="en-US" sz="1400" dirty="0" err="1" smtClean="0">
                <a:latin typeface="Calibri" panose="020F0502020204030204" pitchFamily="34" charset="0"/>
                <a:cs typeface="Calibri" panose="020F0502020204030204" pitchFamily="34" charset="0"/>
              </a:rPr>
              <a:t>Becher</a:t>
            </a:r>
            <a:r>
              <a:rPr lang="en-US" sz="1400" dirty="0" smtClean="0">
                <a:latin typeface="Calibri" panose="020F0502020204030204" pitchFamily="34" charset="0"/>
                <a:cs typeface="Calibri" panose="020F0502020204030204" pitchFamily="34" charset="0"/>
              </a:rPr>
              <a:t>, M., </a:t>
            </a:r>
            <a:r>
              <a:rPr lang="en-US" sz="1400" dirty="0" err="1" smtClean="0">
                <a:latin typeface="Calibri" panose="020F0502020204030204" pitchFamily="34" charset="0"/>
                <a:cs typeface="Calibri" panose="020F0502020204030204" pitchFamily="34" charset="0"/>
              </a:rPr>
              <a:t>Hund</a:t>
            </a:r>
            <a:r>
              <a:rPr lang="en-US" sz="1400" dirty="0" smtClean="0">
                <a:latin typeface="Calibri" panose="020F0502020204030204" pitchFamily="34" charset="0"/>
                <a:cs typeface="Calibri" panose="020F0502020204030204" pitchFamily="34" charset="0"/>
              </a:rPr>
              <a:t>, R.: Kernel-Level Interception and Applications on Mobile Devices. (2008).</a:t>
            </a:r>
          </a:p>
          <a:p>
            <a:pPr marL="0" indent="0" algn="just">
              <a:buNone/>
            </a:pPr>
            <a:r>
              <a:rPr lang="en-US" sz="1400" dirty="0" smtClean="0">
                <a:latin typeface="Calibri" panose="020F0502020204030204" pitchFamily="34" charset="0"/>
                <a:cs typeface="Calibri" panose="020F0502020204030204" pitchFamily="34" charset="0"/>
              </a:rPr>
              <a:t> [4] </a:t>
            </a:r>
            <a:r>
              <a:rPr lang="en-US" sz="1400" dirty="0" err="1" smtClean="0">
                <a:latin typeface="Calibri" panose="020F0502020204030204" pitchFamily="34" charset="0"/>
                <a:cs typeface="Calibri" panose="020F0502020204030204" pitchFamily="34" charset="0"/>
              </a:rPr>
              <a:t>Dellutri</a:t>
            </a:r>
            <a:r>
              <a:rPr lang="en-US" sz="1400" dirty="0" smtClean="0">
                <a:latin typeface="Calibri" panose="020F0502020204030204" pitchFamily="34" charset="0"/>
                <a:cs typeface="Calibri" panose="020F0502020204030204" pitchFamily="34" charset="0"/>
              </a:rPr>
              <a:t>, F., </a:t>
            </a:r>
            <a:r>
              <a:rPr lang="en-US" sz="1400" dirty="0" err="1" smtClean="0">
                <a:latin typeface="Calibri" panose="020F0502020204030204" pitchFamily="34" charset="0"/>
                <a:cs typeface="Calibri" panose="020F0502020204030204" pitchFamily="34" charset="0"/>
              </a:rPr>
              <a:t>Ottaviani</a:t>
            </a:r>
            <a:r>
              <a:rPr lang="en-US" sz="1400" dirty="0" smtClean="0">
                <a:latin typeface="Calibri" panose="020F0502020204030204" pitchFamily="34" charset="0"/>
                <a:cs typeface="Calibri" panose="020F0502020204030204" pitchFamily="34" charset="0"/>
              </a:rPr>
              <a:t>, V., Me, G.: MIAT-WM5: forensic acquisition for Windows mobile </a:t>
            </a:r>
            <a:r>
              <a:rPr lang="en-US" sz="1400" dirty="0" err="1" smtClean="0">
                <a:latin typeface="Calibri" panose="020F0502020204030204" pitchFamily="34" charset="0"/>
                <a:cs typeface="Calibri" panose="020F0502020204030204" pitchFamily="34" charset="0"/>
              </a:rPr>
              <a:t>PocketPC</a:t>
            </a:r>
            <a:r>
              <a:rPr lang="en-US" sz="1400" dirty="0" smtClean="0">
                <a:latin typeface="Calibri" panose="020F0502020204030204" pitchFamily="34" charset="0"/>
                <a:cs typeface="Calibri" panose="020F0502020204030204" pitchFamily="34" charset="0"/>
              </a:rPr>
              <a:t>. In: 2008 Workshop on Security and High Performance Computing Systems, part of HPCS (2008). </a:t>
            </a:r>
          </a:p>
          <a:p>
            <a:pPr marL="0" indent="0" algn="just">
              <a:buNone/>
            </a:pPr>
            <a:r>
              <a:rPr lang="en-US" sz="1400" dirty="0" smtClean="0">
                <a:latin typeface="Calibri" panose="020F0502020204030204" pitchFamily="34" charset="0"/>
                <a:cs typeface="Calibri" panose="020F0502020204030204" pitchFamily="34" charset="0"/>
              </a:rPr>
              <a:t>[5] Jansen, W., </a:t>
            </a:r>
            <a:r>
              <a:rPr lang="en-US" sz="1400" dirty="0" err="1" smtClean="0">
                <a:latin typeface="Calibri" panose="020F0502020204030204" pitchFamily="34" charset="0"/>
                <a:cs typeface="Calibri" panose="020F0502020204030204" pitchFamily="34" charset="0"/>
              </a:rPr>
              <a:t>Delaitre</a:t>
            </a:r>
            <a:r>
              <a:rPr lang="en-US" sz="1400" dirty="0" smtClean="0">
                <a:latin typeface="Calibri" panose="020F0502020204030204" pitchFamily="34" charset="0"/>
                <a:cs typeface="Calibri" panose="020F0502020204030204" pitchFamily="34" charset="0"/>
              </a:rPr>
              <a:t>, A., </a:t>
            </a:r>
            <a:r>
              <a:rPr lang="en-US" sz="1400" dirty="0" err="1" smtClean="0">
                <a:latin typeface="Calibri" panose="020F0502020204030204" pitchFamily="34" charset="0"/>
                <a:cs typeface="Calibri" panose="020F0502020204030204" pitchFamily="34" charset="0"/>
              </a:rPr>
              <a:t>Moenner</a:t>
            </a:r>
            <a:r>
              <a:rPr lang="en-US" sz="1400" dirty="0" smtClean="0">
                <a:latin typeface="Calibri" panose="020F0502020204030204" pitchFamily="34" charset="0"/>
                <a:cs typeface="Calibri" panose="020F0502020204030204" pitchFamily="34" charset="0"/>
              </a:rPr>
              <a:t>, L.: Overcoming Impediments to Cell Phone Forensics. In: 41th Annual Hawaii International Conference on System Sciences, part of HPCS (2008). </a:t>
            </a:r>
            <a:endParaRPr lang="en-IN" sz="1400" dirty="0" smtClean="0">
              <a:latin typeface="Calibri" panose="020F0502020204030204" pitchFamily="34" charset="0"/>
              <a:cs typeface="Calibri" panose="020F0502020204030204" pitchFamily="34" charset="0"/>
            </a:endParaRPr>
          </a:p>
          <a:p>
            <a:pPr>
              <a:lnSpc>
                <a:spcPct val="150000"/>
              </a:lnSpc>
            </a:pPr>
            <a:endParaRPr lang="en-US" sz="1400" dirty="0">
              <a:solidFill>
                <a:srgbClr val="FFFFFF"/>
              </a:solidFill>
              <a:latin typeface="Arial Black" panose="020B0A04020102020204" pitchFamily="34" charset="0"/>
            </a:endParaRPr>
          </a:p>
        </p:txBody>
      </p:sp>
    </p:spTree>
    <p:extLst>
      <p:ext uri="{BB962C8B-B14F-4D97-AF65-F5344CB8AC3E}">
        <p14:creationId xmlns:p14="http://schemas.microsoft.com/office/powerpoint/2010/main" xmlns="" val="3907210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xmlns="" id="{6503EB0F-2257-4A3E-A73B-E1DE769B459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0"/>
            <a:ext cx="12192000" cy="6858000"/>
            <a:chOff x="0" y="0"/>
            <a:chExt cx="12192000" cy="6858000"/>
          </a:xfrm>
        </p:grpSpPr>
        <p:sp>
          <p:nvSpPr>
            <p:cNvPr id="38" name="Rectangle 37">
              <a:extLst>
                <a:ext uri="{FF2B5EF4-FFF2-40B4-BE49-F238E27FC236}">
                  <a16:creationId xmlns:a16="http://schemas.microsoft.com/office/drawing/2014/main" xmlns="" id="{77012B2A-0D78-433A-8C68-8889D3DCDDA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39" name="Freeform 5">
              <a:extLst>
                <a:ext uri="{FF2B5EF4-FFF2-40B4-BE49-F238E27FC236}">
                  <a16:creationId xmlns:a16="http://schemas.microsoft.com/office/drawing/2014/main" xmlns="" id="{119D0202-ED3F-47CC-90E9-4E963BCDAB91}"/>
                </a:ext>
                <a:ext uri="{C183D7F6-B498-43B3-948B-1728B52AA6E4}">
                  <adec:decorative xmlns:adec="http://schemas.microsoft.com/office/drawing/2017/decorative" xmlns="" val="1"/>
                </a:ext>
              </a:extLst>
            </p:cNvPr>
            <p:cNvSpPr>
              <a:spLocks noEditPoints="1"/>
            </p:cNvSpPr>
            <p:nvPr>
              <p:extLst>
                <p:ext uri="{386F3935-93C4-4BCD-93E2-E3B085C9AB24}">
                  <p16:designElem xmlns:p16="http://schemas.microsoft.com/office/powerpoint/2015/main" xmlns=""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41" name="Rectangle 40">
            <a:extLst>
              <a:ext uri="{FF2B5EF4-FFF2-40B4-BE49-F238E27FC236}">
                <a16:creationId xmlns:a16="http://schemas.microsoft.com/office/drawing/2014/main" xmlns="" id="{670D6F2B-93AF-47D6-9378-5E54BE0AC6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3" name="Rectangle 42">
            <a:extLst>
              <a:ext uri="{FF2B5EF4-FFF2-40B4-BE49-F238E27FC236}">
                <a16:creationId xmlns:a16="http://schemas.microsoft.com/office/drawing/2014/main" xmlns="" id="{2668F1A4-6DBB-4F0B-A679-6EE5483638F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5">
            <a:extLst>
              <a:ext uri="{FF2B5EF4-FFF2-40B4-BE49-F238E27FC236}">
                <a16:creationId xmlns:a16="http://schemas.microsoft.com/office/drawing/2014/main" xmlns="" id="{B8DBF1C0-B8F1-4AAC-8704-256BA0E9D6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pic>
        <p:nvPicPr>
          <p:cNvPr id="5" name="Content Placeholder 4" descr="A picture containing electronics, circuit&#10;&#10;Description automatically generated">
            <a:extLst>
              <a:ext uri="{FF2B5EF4-FFF2-40B4-BE49-F238E27FC236}">
                <a16:creationId xmlns:a16="http://schemas.microsoft.com/office/drawing/2014/main" xmlns="" id="{88FE00E5-5382-2948-F5AD-58AEE257FDA1}"/>
              </a:ext>
            </a:extLst>
          </p:cNvPr>
          <p:cNvPicPr>
            <a:picLocks noGrp="1" noChangeAspect="1"/>
          </p:cNvPicPr>
          <p:nvPr>
            <p:ph idx="1"/>
          </p:nvPr>
        </p:nvPicPr>
        <p:blipFill rotWithShape="1">
          <a:blip r:embed="rId3">
            <a:alphaModFix amt="35000"/>
            <a:extLst>
              <a:ext uri="{28A0092B-C50C-407E-A947-70E740481C1C}">
                <a14:useLocalDpi xmlns:a14="http://schemas.microsoft.com/office/drawing/2010/main" xmlns="" val="0"/>
              </a:ext>
              <a:ext uri="{837473B0-CC2E-450A-ABE3-18F120FF3D39}">
                <a1611:picAttrSrcUrl xmlns:a1611="http://schemas.microsoft.com/office/drawing/2016/11/main" xmlns="" r:id="rId4"/>
              </a:ext>
            </a:extLst>
          </a:blip>
          <a:srcRect t="6560" r="-1" b="-1"/>
          <a:stretch/>
        </p:blipFill>
        <p:spPr>
          <a:xfrm>
            <a:off x="474133" y="474133"/>
            <a:ext cx="11243734" cy="5909733"/>
          </a:xfrm>
          <a:prstGeom prst="rect">
            <a:avLst/>
          </a:prstGeom>
        </p:spPr>
      </p:pic>
      <p:sp>
        <p:nvSpPr>
          <p:cNvPr id="2" name="Title 1">
            <a:extLst>
              <a:ext uri="{FF2B5EF4-FFF2-40B4-BE49-F238E27FC236}">
                <a16:creationId xmlns:a16="http://schemas.microsoft.com/office/drawing/2014/main" xmlns="" id="{540B1E9A-73DF-1552-9F2F-C8F21D50785B}"/>
              </a:ext>
            </a:extLst>
          </p:cNvPr>
          <p:cNvSpPr>
            <a:spLocks noGrp="1"/>
          </p:cNvSpPr>
          <p:nvPr>
            <p:ph type="title"/>
          </p:nvPr>
        </p:nvSpPr>
        <p:spPr>
          <a:xfrm>
            <a:off x="1612154" y="1143000"/>
            <a:ext cx="8825658" cy="2677648"/>
          </a:xfrm>
        </p:spPr>
        <p:txBody>
          <a:bodyPr vert="horz" lIns="91440" tIns="45720" rIns="91440" bIns="45720" rtlCol="0" anchor="b">
            <a:normAutofit/>
          </a:bodyPr>
          <a:lstStyle/>
          <a:p>
            <a:pPr algn="ctr"/>
            <a:r>
              <a:rPr lang="en-US" sz="6000" dirty="0">
                <a:solidFill>
                  <a:srgbClr val="FFFFFF"/>
                </a:solidFill>
                <a:latin typeface="Amasis MT Pro Black" panose="02040A04050005020304" pitchFamily="18" charset="0"/>
              </a:rPr>
              <a:t>THANK-YOU</a:t>
            </a:r>
          </a:p>
        </p:txBody>
      </p:sp>
      <p:sp>
        <p:nvSpPr>
          <p:cNvPr id="47" name="Rectangle 46">
            <a:extLst>
              <a:ext uri="{FF2B5EF4-FFF2-40B4-BE49-F238E27FC236}">
                <a16:creationId xmlns:a16="http://schemas.microsoft.com/office/drawing/2014/main" xmlns="" id="{B70F7E59-C971-4F55-8E3A-1E583B65FC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xmlns="" val="7945784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2083</TotalTime>
  <Words>2180</Words>
  <Application>Microsoft Office PowerPoint</Application>
  <PresentationFormat>Custom</PresentationFormat>
  <Paragraphs>114</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Ion Boardroom</vt:lpstr>
      <vt:lpstr>SEMINAR</vt:lpstr>
      <vt:lpstr>CONTENT</vt:lpstr>
      <vt:lpstr>ABSTRACT</vt:lpstr>
      <vt:lpstr>INTRODUCTION</vt:lpstr>
      <vt:lpstr>MOBILE FORENSIC</vt:lpstr>
      <vt:lpstr>MOBILE FORENSIC</vt:lpstr>
      <vt:lpstr>DATA INTEGRITY</vt:lpstr>
      <vt:lpstr>DATA INTEGRITY</vt:lpstr>
      <vt:lpstr>EVENT MONITORING</vt:lpstr>
      <vt:lpstr>EXISTING SYSTEM</vt:lpstr>
      <vt:lpstr>DISADVANTAGE OF  EXISTING SYSTEM</vt:lpstr>
      <vt:lpstr>MIAT TOOL</vt:lpstr>
      <vt:lpstr>MIAT TOOL</vt:lpstr>
      <vt:lpstr>MIAT WORK FLOW DIAGRAM</vt:lpstr>
      <vt:lpstr>PROPOSED SYSTEM</vt:lpstr>
      <vt:lpstr>FSMon APPLICATION</vt:lpstr>
      <vt:lpstr>FSMon APPLICATION</vt:lpstr>
      <vt:lpstr>DATA INTEGRITY BY EVENT MONITORING</vt:lpstr>
      <vt:lpstr>DATA INTEGRITY BY EVENT MONITORING</vt:lpstr>
      <vt:lpstr>DATA INTEGRITY BY EVENT MONITORING</vt:lpstr>
      <vt:lpstr>DATA INTEGRITY BY EVENT MONITORING</vt:lpstr>
      <vt:lpstr>WORK FLOW DIAGRAM</vt:lpstr>
      <vt:lpstr>RESULT</vt:lpstr>
      <vt:lpstr>FUTURE SCOPE</vt:lpstr>
      <vt:lpstr>CONCLUSION</vt:lpstr>
      <vt:lpstr>REFERENCE</vt:lpstr>
      <vt:lpstr>THANK-YOU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dc:title>
  <dc:creator>Noufal N S</dc:creator>
  <cp:lastModifiedBy>Noufal N S</cp:lastModifiedBy>
  <cp:revision>26</cp:revision>
  <dcterms:created xsi:type="dcterms:W3CDTF">2022-10-23T05:35:48Z</dcterms:created>
  <dcterms:modified xsi:type="dcterms:W3CDTF">2023-03-12T10:12:37Z</dcterms:modified>
</cp:coreProperties>
</file>